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7010400" cy="92964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Noto Sans Medium" panose="020B0502040504020204" pitchFamily="34" charset="0"/>
      <p:regular r:id="rId8"/>
      <p:italic r:id="rId9"/>
    </p:embeddedFont>
    <p:embeddedFont>
      <p:font typeface="Noto Sans" panose="020B0502040504020204" pitchFamily="34" charset="0"/>
      <p:regular r:id="rId10"/>
      <p:bold r:id="rId11"/>
      <p:italic r:id="rId12"/>
      <p:boldItalic r:id="rId13"/>
    </p:embeddedFont>
    <p:embeddedFont>
      <p:font typeface="Montserrat SemiBold" panose="00000700000000000000" pitchFamily="2" charset="0"/>
      <p:bold r:id="rId14"/>
      <p:boldItalic r:id="rId15"/>
    </p:embeddedFont>
    <p:embeddedFont>
      <p:font typeface="Patria" pitchFamily="50" charset="0"/>
      <p:regular r:id="rId16"/>
      <p:bold r:id="rId17"/>
    </p:embeddedFont>
    <p:embeddedFont>
      <p:font typeface="Noto Sans SemiBold" panose="020B0502040504020204" pitchFamily="34" charset="0"/>
      <p:bold r:id="rId18"/>
      <p:boldItalic r:id="rId19"/>
    </p:embeddedFont>
  </p:embeddedFontLst>
  <p:defaultTextStyle>
    <a:defPPr>
      <a:defRPr lang="es-MX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6B2C"/>
    <a:srgbClr val="155B4E"/>
    <a:srgbClr val="1C3C1E"/>
    <a:srgbClr val="6E152E"/>
    <a:srgbClr val="9C2148"/>
    <a:srgbClr val="D9DFF2"/>
    <a:srgbClr val="A42145"/>
    <a:srgbClr val="235B4E"/>
    <a:srgbClr val="00B0F0"/>
    <a:srgbClr val="152D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6586" autoAdjust="0"/>
  </p:normalViewPr>
  <p:slideViewPr>
    <p:cSldViewPr snapToGrid="0" snapToObjects="1">
      <p:cViewPr varScale="1">
        <p:scale>
          <a:sx n="109" d="100"/>
          <a:sy n="109" d="100"/>
        </p:scale>
        <p:origin x="110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handoutMaster" Target="handoutMasters/handout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notesMaster" Target="notesMasters/notesMaster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xmlns="" id="{7927D54E-8C2E-5140-8C91-3FEA4A3A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F2D13BB7-3677-894F-9A14-A006787831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95092CE-056A-8E4F-AA38-7AF6D4E38A72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21DC28EA-8CAC-E143-B39A-5889FAF729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68C73B85-DAD0-4144-A9F5-B99516FD3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83F5F3-A0C0-064E-A21B-3D52FC9E2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5397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A0E016B-CAC3-6B4C-90C0-D7AA6A747DA3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ABF3107-FFE8-3645-B89F-777090C37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890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xmlns="" id="{FD7975D1-8E3E-676E-939C-B03AD0234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E7D39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2" name="Grupo 1"/>
          <p:cNvGrpSpPr/>
          <p:nvPr userDrawn="1"/>
        </p:nvGrpSpPr>
        <p:grpSpPr>
          <a:xfrm>
            <a:off x="4427443" y="157529"/>
            <a:ext cx="7401336" cy="582416"/>
            <a:chOff x="4161222" y="277882"/>
            <a:chExt cx="7401336" cy="582416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14" name="Grupo 13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18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19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20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5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641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/>
          <p:cNvGrpSpPr/>
          <p:nvPr userDrawn="1"/>
        </p:nvGrpSpPr>
        <p:grpSpPr>
          <a:xfrm>
            <a:off x="4427444" y="156813"/>
            <a:ext cx="7401336" cy="582416"/>
            <a:chOff x="4161222" y="277882"/>
            <a:chExt cx="7401336" cy="582416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6" name="Grupo 25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8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29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30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7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xmlns="" id="{FD7975D1-8E3E-676E-939C-B03AD0234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5608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E7D39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287764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6246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rgbClr val="6E152E"/>
                </a:solidFill>
                <a:latin typeface="Patria" pitchFamily="50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155B4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30" name="Grupo 29"/>
          <p:cNvGrpSpPr/>
          <p:nvPr userDrawn="1"/>
        </p:nvGrpSpPr>
        <p:grpSpPr>
          <a:xfrm>
            <a:off x="4581450" y="172626"/>
            <a:ext cx="7471430" cy="625409"/>
            <a:chOff x="4728521" y="172626"/>
            <a:chExt cx="7471430" cy="625409"/>
          </a:xfrm>
        </p:grpSpPr>
        <p:grpSp>
          <p:nvGrpSpPr>
            <p:cNvPr id="31" name="Grupo 30">
              <a:extLst>
                <a:ext uri="{FF2B5EF4-FFF2-40B4-BE49-F238E27FC236}">
                  <a16:creationId xmlns="" xmlns:a16="http://schemas.microsoft.com/office/drawing/2014/main" id="{D98B3C4E-0B52-4EFD-1A70-2424FDE5E0D5}"/>
                </a:ext>
              </a:extLst>
            </p:cNvPr>
            <p:cNvGrpSpPr/>
            <p:nvPr userDrawn="1"/>
          </p:nvGrpSpPr>
          <p:grpSpPr>
            <a:xfrm>
              <a:off x="4728521" y="172626"/>
              <a:ext cx="7471430" cy="625409"/>
              <a:chOff x="2208318" y="448874"/>
              <a:chExt cx="9805630" cy="853149"/>
            </a:xfrm>
          </p:grpSpPr>
          <p:pic>
            <p:nvPicPr>
              <p:cNvPr id="36" name="Picture 2">
                <a:extLst>
                  <a:ext uri="{FF2B5EF4-FFF2-40B4-BE49-F238E27FC236}">
                    <a16:creationId xmlns="" xmlns:a16="http://schemas.microsoft.com/office/drawing/2014/main" id="{1764FD60-FAD6-E286-A200-326ABF25F438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318" y="448874"/>
                <a:ext cx="2159847" cy="853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4">
                <a:extLst>
                  <a:ext uri="{FF2B5EF4-FFF2-40B4-BE49-F238E27FC236}">
                    <a16:creationId xmlns="" xmlns:a16="http://schemas.microsoft.com/office/drawing/2014/main" id="{234759D2-3CA3-6886-0048-C10FAC134BB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021" b="-4382"/>
              <a:stretch/>
            </p:blipFill>
            <p:spPr bwMode="auto">
              <a:xfrm>
                <a:off x="4812761" y="653084"/>
                <a:ext cx="2014283" cy="5372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" name="CuadroTexto 37">
                <a:extLst>
                  <a:ext uri="{FF2B5EF4-FFF2-40B4-BE49-F238E27FC236}">
                    <a16:creationId xmlns="" xmlns:a16="http://schemas.microsoft.com/office/drawing/2014/main" id="{469AA4AE-442D-9254-7A72-B549A4139BB6}"/>
                  </a:ext>
                </a:extLst>
              </p:cNvPr>
              <p:cNvSpPr txBox="1"/>
              <p:nvPr userDrawn="1"/>
            </p:nvSpPr>
            <p:spPr>
              <a:xfrm>
                <a:off x="9006590" y="560558"/>
                <a:ext cx="3007358" cy="629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32" name="Imagen 31">
              <a:extLst>
                <a:ext uri="{FF2B5EF4-FFF2-40B4-BE49-F238E27FC236}">
                  <a16:creationId xmlns="" xmlns:a16="http://schemas.microsoft.com/office/drawing/2014/main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8531504" y="231063"/>
              <a:ext cx="1657080" cy="537185"/>
            </a:xfrm>
            <a:prstGeom prst="rect">
              <a:avLst/>
            </a:prstGeom>
          </p:spPr>
        </p:pic>
        <p:pic>
          <p:nvPicPr>
            <p:cNvPr id="33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8421126" y="213817"/>
              <a:ext cx="169333" cy="516316"/>
            </a:xfrm>
            <a:prstGeom prst="rect">
              <a:avLst/>
            </a:prstGeom>
          </p:spPr>
        </p:pic>
        <p:pic>
          <p:nvPicPr>
            <p:cNvPr id="34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6466840" y="227172"/>
              <a:ext cx="169333" cy="516316"/>
            </a:xfrm>
            <a:prstGeom prst="rect">
              <a:avLst/>
            </a:prstGeom>
          </p:spPr>
        </p:pic>
        <p:pic>
          <p:nvPicPr>
            <p:cNvPr id="35" name="Gráfico 2">
              <a:extLst>
                <a:ext uri="{FF2B5EF4-FFF2-40B4-BE49-F238E27FC236}">
                  <a16:creationId xmlns="" xmlns:a16="http://schemas.microsoft.com/office/drawing/2014/main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rcRect l="51990" r="43015"/>
            <a:stretch/>
          </p:blipFill>
          <p:spPr>
            <a:xfrm>
              <a:off x="10143104" y="238204"/>
              <a:ext cx="169333" cy="516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365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4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13" name="Grupo 12"/>
          <p:cNvGrpSpPr/>
          <p:nvPr userDrawn="1"/>
        </p:nvGrpSpPr>
        <p:grpSpPr>
          <a:xfrm>
            <a:off x="2703506" y="151752"/>
            <a:ext cx="7401336" cy="582416"/>
            <a:chOff x="4161222" y="277882"/>
            <a:chExt cx="7401336" cy="58241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2" name="Grupo 21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4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25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26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3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532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grpSp>
        <p:nvGrpSpPr>
          <p:cNvPr id="25" name="Grupo 24"/>
          <p:cNvGrpSpPr/>
          <p:nvPr userDrawn="1"/>
        </p:nvGrpSpPr>
        <p:grpSpPr>
          <a:xfrm>
            <a:off x="2703506" y="151752"/>
            <a:ext cx="7401336" cy="582416"/>
            <a:chOff x="4161222" y="277882"/>
            <a:chExt cx="7401336" cy="582416"/>
          </a:xfrm>
        </p:grpSpPr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xmlns="" id="{38646BE3-18D5-DF86-4CB6-8668CC6D89EC}"/>
                </a:ext>
              </a:extLst>
            </p:cNvPr>
            <p:cNvSpPr txBox="1"/>
            <p:nvPr userDrawn="1"/>
          </p:nvSpPr>
          <p:spPr>
            <a:xfrm>
              <a:off x="9907936" y="351270"/>
              <a:ext cx="16546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Unidad de Bienestar </a:t>
              </a:r>
            </a:p>
            <a:p>
              <a:pPr algn="ctr"/>
              <a:r>
                <a:rPr lang="es-MX" sz="1200" dirty="0">
                  <a:solidFill>
                    <a:schemeClr val="bg1"/>
                  </a:solidFill>
                  <a:latin typeface="Patria" pitchFamily="50" charset="0"/>
                </a:rPr>
                <a:t>para el Campo</a:t>
              </a:r>
            </a:p>
          </p:txBody>
        </p:sp>
        <p:grpSp>
          <p:nvGrpSpPr>
            <p:cNvPr id="27" name="Grupo 26"/>
            <p:cNvGrpSpPr/>
            <p:nvPr userDrawn="1"/>
          </p:nvGrpSpPr>
          <p:grpSpPr>
            <a:xfrm>
              <a:off x="4161222" y="277882"/>
              <a:ext cx="5722249" cy="582416"/>
              <a:chOff x="246914" y="6096681"/>
              <a:chExt cx="5941129" cy="622515"/>
            </a:xfrm>
          </p:grpSpPr>
          <p:pic>
            <p:nvPicPr>
              <p:cNvPr id="29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914" y="6096681"/>
                <a:ext cx="4050229" cy="616340"/>
              </a:xfrm>
              <a:prstGeom prst="rect">
                <a:avLst/>
              </a:prstGeom>
            </p:spPr>
          </p:pic>
          <p:pic>
            <p:nvPicPr>
              <p:cNvPr id="30" name="Picture 1">
                <a:extLst>
                  <a:ext uri="{FF2B5EF4-FFF2-40B4-BE49-F238E27FC236}">
                    <a16:creationId xmlns:a16="http://schemas.microsoft.com/office/drawing/2014/main" xmlns="" id="{8F649D72-AF02-287B-671E-2756EF16743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5"/>
              <a:srcRect l="61383"/>
              <a:stretch/>
            </p:blipFill>
            <p:spPr>
              <a:xfrm>
                <a:off x="4572001" y="6173063"/>
                <a:ext cx="1616042" cy="546133"/>
              </a:xfrm>
              <a:prstGeom prst="rect">
                <a:avLst/>
              </a:prstGeom>
            </p:spPr>
          </p:pic>
          <p:pic>
            <p:nvPicPr>
              <p:cNvPr id="31" name="Gráfico 10">
                <a:extLst>
                  <a:ext uri="{FF2B5EF4-FFF2-40B4-BE49-F238E27FC236}">
                    <a16:creationId xmlns:a16="http://schemas.microsoft.com/office/drawing/2014/main" xmlns="" id="{6B290337-D774-812F-D5D0-5F9171A36F6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rcRect l="52436" r="44011"/>
              <a:stretch/>
            </p:blipFill>
            <p:spPr>
              <a:xfrm>
                <a:off x="4402667" y="6096681"/>
                <a:ext cx="143933" cy="616340"/>
              </a:xfrm>
              <a:prstGeom prst="rect">
                <a:avLst/>
              </a:prstGeom>
            </p:spPr>
          </p:pic>
        </p:grpSp>
        <p:pic>
          <p:nvPicPr>
            <p:cNvPr id="28" name="Gráfico 10">
              <a:extLst>
                <a:ext uri="{FF2B5EF4-FFF2-40B4-BE49-F238E27FC236}">
                  <a16:creationId xmlns:a16="http://schemas.microsoft.com/office/drawing/2014/main" xmlns="" id="{6B290337-D774-812F-D5D0-5F9171A36F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 l="52436" r="44011"/>
            <a:stretch/>
          </p:blipFill>
          <p:spPr>
            <a:xfrm>
              <a:off x="9838621" y="277889"/>
              <a:ext cx="138630" cy="576640"/>
            </a:xfrm>
            <a:prstGeom prst="rect">
              <a:avLst/>
            </a:prstGeom>
          </p:spPr>
        </p:pic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734" y="1955870"/>
            <a:ext cx="8822533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chemeClr val="bg1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</p:spTree>
    <p:extLst>
      <p:ext uri="{BB962C8B-B14F-4D97-AF65-F5344CB8AC3E}">
        <p14:creationId xmlns:p14="http://schemas.microsoft.com/office/powerpoint/2010/main" val="1823596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a de t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xmlns="" id="{29FCE891-2873-1849-A37C-A2CF6D30A712}"/>
              </a:ext>
            </a:extLst>
          </p:cNvPr>
          <p:cNvSpPr txBox="1">
            <a:spLocks/>
          </p:cNvSpPr>
          <p:nvPr userDrawn="1"/>
        </p:nvSpPr>
        <p:spPr>
          <a:xfrm>
            <a:off x="838200" y="16697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A42145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endParaRPr lang="es-MX" sz="4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1466" y="1955870"/>
            <a:ext cx="9669067" cy="1325563"/>
          </a:xfrm>
          <a:prstGeom prst="rect">
            <a:avLst/>
          </a:prstGeom>
          <a:noFill/>
        </p:spPr>
        <p:txBody>
          <a:bodyPr/>
          <a:lstStyle>
            <a:lvl1pPr algn="ctr">
              <a:defRPr b="1" i="0">
                <a:solidFill>
                  <a:srgbClr val="6E152E"/>
                </a:solidFill>
                <a:latin typeface="Patria" pitchFamily="50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1 piso </a:t>
            </a:r>
            <a:r>
              <a:rPr lang="es-ES" dirty="0" err="1" smtClean="0"/>
              <a:t>Lorem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xmlns="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220" y="3460818"/>
            <a:ext cx="1146556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600" b="1" i="0">
                <a:solidFill>
                  <a:srgbClr val="155B4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grpSp>
        <p:nvGrpSpPr>
          <p:cNvPr id="13" name="Grupo 12"/>
          <p:cNvGrpSpPr/>
          <p:nvPr userDrawn="1"/>
        </p:nvGrpSpPr>
        <p:grpSpPr>
          <a:xfrm>
            <a:off x="2360284" y="37608"/>
            <a:ext cx="7471430" cy="625409"/>
            <a:chOff x="4728521" y="172626"/>
            <a:chExt cx="7471430" cy="625409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xmlns="" id="{D98B3C4E-0B52-4EFD-1A70-2424FDE5E0D5}"/>
                </a:ext>
              </a:extLst>
            </p:cNvPr>
            <p:cNvGrpSpPr/>
            <p:nvPr userDrawn="1"/>
          </p:nvGrpSpPr>
          <p:grpSpPr>
            <a:xfrm>
              <a:off x="4728521" y="172626"/>
              <a:ext cx="7471430" cy="625409"/>
              <a:chOff x="2208318" y="448874"/>
              <a:chExt cx="9805630" cy="853149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xmlns="" id="{1764FD60-FAD6-E286-A200-326ABF25F438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8318" y="448874"/>
                <a:ext cx="2159847" cy="853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4">
                <a:extLst>
                  <a:ext uri="{FF2B5EF4-FFF2-40B4-BE49-F238E27FC236}">
                    <a16:creationId xmlns:a16="http://schemas.microsoft.com/office/drawing/2014/main" xmlns="" id="{234759D2-3CA3-6886-0048-C10FAC134BB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37276" y="672142"/>
                <a:ext cx="2180839" cy="4456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xmlns="" id="{469AA4AE-442D-9254-7A72-B549A4139BB6}"/>
                  </a:ext>
                </a:extLst>
              </p:cNvPr>
              <p:cNvSpPr txBox="1"/>
              <p:nvPr userDrawn="1"/>
            </p:nvSpPr>
            <p:spPr>
              <a:xfrm>
                <a:off x="9006590" y="560558"/>
                <a:ext cx="3007358" cy="629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1200" dirty="0">
                    <a:solidFill>
                      <a:srgbClr val="6E152E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8531504" y="231063"/>
              <a:ext cx="1657080" cy="537185"/>
            </a:xfrm>
            <a:prstGeom prst="rect">
              <a:avLst/>
            </a:prstGeom>
          </p:spPr>
        </p:pic>
        <p:pic>
          <p:nvPicPr>
            <p:cNvPr id="16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8421126" y="213817"/>
              <a:ext cx="169333" cy="516316"/>
            </a:xfrm>
            <a:prstGeom prst="rect">
              <a:avLst/>
            </a:prstGeom>
          </p:spPr>
        </p:pic>
        <p:pic>
          <p:nvPicPr>
            <p:cNvPr id="17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6466840" y="227172"/>
              <a:ext cx="169333" cy="516316"/>
            </a:xfrm>
            <a:prstGeom prst="rect">
              <a:avLst/>
            </a:prstGeom>
          </p:spPr>
        </p:pic>
        <p:pic>
          <p:nvPicPr>
            <p:cNvPr id="18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 l="51990" r="43015"/>
            <a:stretch/>
          </p:blipFill>
          <p:spPr>
            <a:xfrm>
              <a:off x="10143104" y="238204"/>
              <a:ext cx="169333" cy="5163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150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Diapositiva de tex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989CE3FC-652B-75A0-7C01-A07C26998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17268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 40 </a:t>
            </a:r>
            <a:r>
              <a:rPr lang="es-ES" dirty="0" err="1"/>
              <a:t>pts</a:t>
            </a:r>
            <a:endParaRPr lang="es-MX" dirty="0"/>
          </a:p>
        </p:txBody>
      </p:sp>
      <p:grpSp>
        <p:nvGrpSpPr>
          <p:cNvPr id="10" name="Grupo 9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15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14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897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.2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fecha 3">
            <a:extLst>
              <a:ext uri="{FF2B5EF4-FFF2-40B4-BE49-F238E27FC236}">
                <a16:creationId xmlns:a16="http://schemas.microsoft.com/office/drawing/2014/main" xmlns="" id="{406B404F-E77F-8733-93AF-FA175D7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14/09/2026</a:t>
            </a:fld>
            <a:endParaRPr lang="es-MX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69EB8667-10C4-492C-B408-C1C193C7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xmlns="" id="{2A69FD4B-4B1B-05A0-91F6-1CD6A4DC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xmlns="" id="{FFE5E6E7-68E4-D97D-00E8-E6CD0CD7C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464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Título y objet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xmlns="" id="{98799C87-5C83-10FC-D07B-4C5E9BF51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536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Título y objet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3ECA7C1E-9036-8A05-C2CE-BF4F3ED105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8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8441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Diapositiva de tex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2A5BE417-A1AA-C27A-1625-26B6234DC9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8024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.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fecha 3">
            <a:extLst>
              <a:ext uri="{FF2B5EF4-FFF2-40B4-BE49-F238E27FC236}">
                <a16:creationId xmlns:a16="http://schemas.microsoft.com/office/drawing/2014/main" xmlns="" id="{33049571-67D9-7C4A-95BE-A7944144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14/09/2026</a:t>
            </a:fld>
            <a:endParaRPr lang="es-MX" dirty="0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xmlns="" id="{4666AA57-9D0D-3640-9528-8B3DEDC6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xmlns="" id="{BFB13A88-D95D-D640-A28D-F449DDA4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4C660459-0224-1559-3746-BE3FFCF27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9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3086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28668712-BADA-D222-E0E1-9D1819CBE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6" name="Grupo 15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0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0577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">
            <a:extLst>
              <a:ext uri="{FF2B5EF4-FFF2-40B4-BE49-F238E27FC236}">
                <a16:creationId xmlns:a16="http://schemas.microsoft.com/office/drawing/2014/main" xmlns="" id="{6D14262A-6E69-6325-287E-2514CF5BE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18" y="251901"/>
            <a:ext cx="7766377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6E152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2" name="Grupo 1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9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17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19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00216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646" y="2660932"/>
            <a:ext cx="7509213" cy="718467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90"/>
          <a:stretch/>
        </p:blipFill>
        <p:spPr bwMode="auto">
          <a:xfrm>
            <a:off x="9144468" y="130212"/>
            <a:ext cx="617599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10">
            <a:extLst>
              <a:ext uri="{FF2B5EF4-FFF2-40B4-BE49-F238E27FC236}">
                <a16:creationId xmlns="" xmlns:a16="http://schemas.microsoft.com/office/drawing/2014/main" id="{6B290337-D774-812F-D5D0-5F9171A36F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56663"/>
          <a:stretch/>
        </p:blipFill>
        <p:spPr>
          <a:xfrm>
            <a:off x="9666946" y="-130512"/>
            <a:ext cx="2335487" cy="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9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8646" y="2660932"/>
            <a:ext cx="7509213" cy="718467"/>
          </a:xfrm>
          <a:prstGeom prst="rect">
            <a:avLst/>
          </a:prstGeom>
          <a:noFill/>
        </p:spPr>
        <p:txBody>
          <a:bodyPr/>
          <a:lstStyle>
            <a:lvl1pPr algn="l">
              <a:defRPr b="1" i="0">
                <a:solidFill>
                  <a:schemeClr val="bg1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90"/>
          <a:stretch/>
        </p:blipFill>
        <p:spPr bwMode="auto">
          <a:xfrm>
            <a:off x="9144468" y="130212"/>
            <a:ext cx="617599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áfico 10">
            <a:extLst>
              <a:ext uri="{FF2B5EF4-FFF2-40B4-BE49-F238E27FC236}">
                <a16:creationId xmlns="" xmlns:a16="http://schemas.microsoft.com/office/drawing/2014/main" id="{6B290337-D774-812F-D5D0-5F9171A36F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l="56663"/>
          <a:stretch/>
        </p:blipFill>
        <p:spPr>
          <a:xfrm>
            <a:off x="9666946" y="-130512"/>
            <a:ext cx="2335487" cy="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97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_Inicio de Capítul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>
            <a:extLst>
              <a:ext uri="{FF2B5EF4-FFF2-40B4-BE49-F238E27FC236}">
                <a16:creationId xmlns:a16="http://schemas.microsoft.com/office/drawing/2014/main" xmlns="" id="{28B2827E-6486-DF36-8A80-966B09CF70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468" y="130212"/>
            <a:ext cx="2857965" cy="56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65FA3155-C2F3-281E-9E5D-2F820D82BE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64048" y="1918298"/>
            <a:ext cx="8813509" cy="718467"/>
          </a:xfrm>
          <a:prstGeom prst="rect">
            <a:avLst/>
          </a:prstGeom>
          <a:noFill/>
        </p:spPr>
        <p:txBody>
          <a:bodyPr/>
          <a:lstStyle>
            <a:lvl1pPr algn="l">
              <a:defRPr sz="4800" b="1" i="0">
                <a:solidFill>
                  <a:srgbClr val="6E152E"/>
                </a:solidFill>
                <a:latin typeface="Patria" pitchFamily="50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</a:t>
            </a:r>
            <a:r>
              <a:rPr lang="es-ES" dirty="0" smtClean="0"/>
              <a:t>1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2787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.2_Diapositiva de gráfico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44" y="0"/>
            <a:ext cx="260427" cy="1319213"/>
          </a:xfrm>
          <a:prstGeom prst="rect">
            <a:avLst/>
          </a:prstGeom>
        </p:spPr>
      </p:pic>
      <p:sp>
        <p:nvSpPr>
          <p:cNvPr id="12" name="Marcador de fecha 3">
            <a:extLst>
              <a:ext uri="{FF2B5EF4-FFF2-40B4-BE49-F238E27FC236}">
                <a16:creationId xmlns:a16="http://schemas.microsoft.com/office/drawing/2014/main" xmlns="" id="{406B404F-E77F-8733-93AF-FA175D7B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62B8DF0E-90BF-EC4E-8934-156187A1162F}" type="datetimeFigureOut">
              <a:rPr lang="es-MX" smtClean="0"/>
              <a:pPr/>
              <a:t>14/09/2026</a:t>
            </a:fld>
            <a:endParaRPr lang="es-MX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xmlns="" id="{69EB8667-10C4-492C-B408-C1C193C7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MX" dirty="0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xmlns="" id="{2A69FD4B-4B1B-05A0-91F6-1CD6A4DC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fld id="{C119739B-ACC7-1A4E-906B-A9546BA1AB75}" type="slidenum">
              <a:rPr lang="es-MX" smtClean="0"/>
              <a:pPr/>
              <a:t>‹Nº›</a:t>
            </a:fld>
            <a:endParaRPr lang="es-MX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xmlns="" id="{FFE5E6E7-68E4-D97D-00E8-E6CD0CD7C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846" y="251901"/>
            <a:ext cx="7884915" cy="884717"/>
          </a:xfrm>
          <a:prstGeom prst="rect">
            <a:avLst/>
          </a:prstGeom>
          <a:noFill/>
        </p:spPr>
        <p:txBody>
          <a:bodyPr/>
          <a:lstStyle>
            <a:lvl1pPr algn="l">
              <a:defRPr sz="4000" b="1" i="0">
                <a:solidFill>
                  <a:srgbClr val="1C3C1E"/>
                </a:solidFill>
                <a:latin typeface="Noto Sans SemiBold" panose="020B0502040504020204" pitchFamily="34" charset="0"/>
                <a:ea typeface="Noto Sans SemiBold" panose="020B0502040504020204" pitchFamily="34" charset="0"/>
                <a:cs typeface="Noto Sans SemiBold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grpSp>
        <p:nvGrpSpPr>
          <p:cNvPr id="19" name="Grupo 18"/>
          <p:cNvGrpSpPr/>
          <p:nvPr userDrawn="1"/>
        </p:nvGrpSpPr>
        <p:grpSpPr>
          <a:xfrm>
            <a:off x="8010586" y="90831"/>
            <a:ext cx="4293761" cy="437868"/>
            <a:chOff x="8073109" y="231170"/>
            <a:chExt cx="4293761" cy="437868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xmlns="" id="{DF189560-36BF-2FF5-DFCF-1D612BD4CCD6}"/>
                </a:ext>
              </a:extLst>
            </p:cNvPr>
            <p:cNvGrpSpPr/>
            <p:nvPr userDrawn="1"/>
          </p:nvGrpSpPr>
          <p:grpSpPr>
            <a:xfrm>
              <a:off x="8073109" y="282827"/>
              <a:ext cx="4293761" cy="369332"/>
              <a:chOff x="7974253" y="200447"/>
              <a:chExt cx="4293761" cy="369332"/>
            </a:xfrm>
          </p:grpSpPr>
          <p:pic>
            <p:nvPicPr>
              <p:cNvPr id="24" name="Picture 4">
                <a:extLst>
                  <a:ext uri="{FF2B5EF4-FFF2-40B4-BE49-F238E27FC236}">
                    <a16:creationId xmlns:a16="http://schemas.microsoft.com/office/drawing/2014/main" xmlns="" id="{7C2721A3-7AFA-8D7B-F177-EBADE6A0134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4253" y="227385"/>
                <a:ext cx="1525264" cy="3314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xmlns="" id="{7B198822-2B9C-7771-ED1A-18AB10C3BADA}"/>
                  </a:ext>
                </a:extLst>
              </p:cNvPr>
              <p:cNvSpPr txBox="1"/>
              <p:nvPr userDrawn="1"/>
            </p:nvSpPr>
            <p:spPr>
              <a:xfrm>
                <a:off x="10554791" y="200447"/>
                <a:ext cx="1713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Unidad de Bienestar </a:t>
                </a:r>
              </a:p>
              <a:p>
                <a:pPr algn="ctr"/>
                <a:r>
                  <a:rPr lang="es-MX" sz="900" dirty="0">
                    <a:solidFill>
                      <a:srgbClr val="621333"/>
                    </a:solidFill>
                    <a:latin typeface="Patria" pitchFamily="50" charset="0"/>
                  </a:rPr>
                  <a:t>para el Campo</a:t>
                </a:r>
              </a:p>
            </p:txBody>
          </p:sp>
        </p:grp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xmlns="" id="{FB048FFE-1C24-1234-48FC-BEED936571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42"/>
            <a:stretch/>
          </p:blipFill>
          <p:spPr>
            <a:xfrm>
              <a:off x="9643492" y="264718"/>
              <a:ext cx="1247224" cy="404320"/>
            </a:xfrm>
            <a:prstGeom prst="rect">
              <a:avLst/>
            </a:prstGeom>
          </p:spPr>
        </p:pic>
        <p:pic>
          <p:nvPicPr>
            <p:cNvPr id="22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/>
            <a:stretch/>
          </p:blipFill>
          <p:spPr>
            <a:xfrm>
              <a:off x="9598373" y="231170"/>
              <a:ext cx="131782" cy="378751"/>
            </a:xfrm>
            <a:prstGeom prst="rect">
              <a:avLst/>
            </a:prstGeom>
          </p:spPr>
        </p:pic>
        <p:pic>
          <p:nvPicPr>
            <p:cNvPr id="23" name="Gráfico 2">
              <a:extLst>
                <a:ext uri="{FF2B5EF4-FFF2-40B4-BE49-F238E27FC236}">
                  <a16:creationId xmlns:a16="http://schemas.microsoft.com/office/drawing/2014/main" xmlns="" id="{CFB569F2-D0AD-703F-32AF-36457F140EE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rcRect/>
            <a:stretch/>
          </p:blipFill>
          <p:spPr>
            <a:xfrm>
              <a:off x="10819683" y="236271"/>
              <a:ext cx="131782" cy="3787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289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1A6CB96C-1C06-3B44-8615-D726F4477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8DF0E-90BF-EC4E-8934-156187A1162F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13D1A4B-ADA7-7043-82FA-F7032EB17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802CF53-648D-B74F-A473-B4CC8BB23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739B-ACC7-1A4E-906B-A9546BA1AB7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847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0" r:id="rId2"/>
    <p:sldLayoutId id="2147483652" r:id="rId3"/>
    <p:sldLayoutId id="2147483676" r:id="rId4"/>
    <p:sldLayoutId id="2147483677" r:id="rId5"/>
    <p:sldLayoutId id="2147483678" r:id="rId6"/>
    <p:sldLayoutId id="2147483664" r:id="rId7"/>
    <p:sldLayoutId id="2147483650" r:id="rId8"/>
    <p:sldLayoutId id="2147483666" r:id="rId9"/>
    <p:sldLayoutId id="2147483667" r:id="rId10"/>
    <p:sldLayoutId id="2147483668" r:id="rId11"/>
    <p:sldLayoutId id="2147483663" r:id="rId12"/>
    <p:sldLayoutId id="2147483674" r:id="rId13"/>
    <p:sldLayoutId id="2147483653" r:id="rId14"/>
    <p:sldLayoutId id="2147483656" r:id="rId15"/>
    <p:sldLayoutId id="2147483673" r:id="rId16"/>
    <p:sldLayoutId id="2147483675" r:id="rId17"/>
    <p:sldLayoutId id="2147483679" r:id="rId18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10073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8" baseType="lpstr">
      <vt:lpstr>Calibri</vt:lpstr>
      <vt:lpstr>Noto Sans Medium</vt:lpstr>
      <vt:lpstr>Noto Sans</vt:lpstr>
      <vt:lpstr>Montserrat SemiBold</vt:lpstr>
      <vt:lpstr>Arial</vt:lpstr>
      <vt:lpstr>Patria</vt:lpstr>
      <vt:lpstr>Noto Sans SemiBold</vt:lpstr>
      <vt:lpstr>Tema de Office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Alexis Hernandez Herrera</cp:lastModifiedBy>
  <cp:revision>248</cp:revision>
  <cp:lastPrinted>2026-02-16T23:58:33Z</cp:lastPrinted>
  <dcterms:created xsi:type="dcterms:W3CDTF">2018-12-04T03:27:02Z</dcterms:created>
  <dcterms:modified xsi:type="dcterms:W3CDTF">2026-09-15T01:50:48Z</dcterms:modified>
</cp:coreProperties>
</file>