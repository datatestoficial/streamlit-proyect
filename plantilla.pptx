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2"/>
  </p:notesMasterIdLst>
  <p:handoutMasterIdLst>
    <p:handoutMasterId r:id="rId3"/>
  </p:handoutMasterIdLst>
  <p:sldSz cx="12192000" cy="6858000"/>
  <p:notesSz cx="7010400" cy="9296400"/>
  <p:embeddedFontLst>
    <p:embeddedFont>
      <p:font typeface="Patria" pitchFamily="50" charset="0"/>
      <p:regular r:id="rId4"/>
      <p:bold r:id="rId5"/>
    </p:embeddedFont>
    <p:embeddedFont>
      <p:font typeface="Noto Sans SemiBold" panose="020B0502040504020204" pitchFamily="34" charset="0"/>
      <p:bold r:id="rId6"/>
      <p:boldItalic r:id="rId7"/>
    </p:embeddedFont>
    <p:embeddedFont>
      <p:font typeface="Noto Sans" panose="020B0502040504020204" pitchFamily="34" charset="0"/>
      <p:regular r:id="rId8"/>
      <p:bold r:id="rId9"/>
      <p:italic r:id="rId10"/>
      <p:boldItalic r:id="rId11"/>
    </p:embeddedFont>
    <p:embeddedFont>
      <p:font typeface="Noto Sans Medium" panose="020B0502040504020204" pitchFamily="34" charset="0"/>
      <p:regular r:id="rId12"/>
      <p:italic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Montserrat SemiBold" panose="00000700000000000000" pitchFamily="2" charset="0"/>
      <p:bold r:id="rId18"/>
      <p:boldItalic r:id="rId19"/>
    </p:embeddedFont>
  </p:embeddedFontLst>
  <p:defaultTextStyle>
    <a:defPPr>
      <a:defRPr lang="es-MX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6B2C"/>
    <a:srgbClr val="155B4E"/>
    <a:srgbClr val="1C3C1E"/>
    <a:srgbClr val="6E152E"/>
    <a:srgbClr val="9C2148"/>
    <a:srgbClr val="D9DFF2"/>
    <a:srgbClr val="A42145"/>
    <a:srgbClr val="235B4E"/>
    <a:srgbClr val="00B0F0"/>
    <a:srgbClr val="152D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61" autoAdjust="0"/>
    <p:restoredTop sz="96586" autoAdjust="0"/>
  </p:normalViewPr>
  <p:slideViewPr>
    <p:cSldViewPr snapToGrid="0" snapToObjects="1">
      <p:cViewPr varScale="1">
        <p:scale>
          <a:sx n="109" d="100"/>
          <a:sy n="109" d="100"/>
        </p:scale>
        <p:origin x="110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84" d="100"/>
          <a:sy n="84" d="100"/>
        </p:scale>
        <p:origin x="379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font" Target="fonts/font15.fntdata"/><Relationship Id="rId3" Type="http://schemas.openxmlformats.org/officeDocument/2006/relationships/handoutMaster" Target="handoutMasters/handoutMaster1.xml"/><Relationship Id="rId21" Type="http://schemas.openxmlformats.org/officeDocument/2006/relationships/viewProps" Target="viewProps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font" Target="fonts/font14.fntdata"/><Relationship Id="rId2" Type="http://schemas.openxmlformats.org/officeDocument/2006/relationships/notesMaster" Target="notesMasters/notesMaster1.xml"/><Relationship Id="rId16" Type="http://schemas.openxmlformats.org/officeDocument/2006/relationships/font" Target="fonts/font1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font" Target="fonts/font12.fntdata"/><Relationship Id="rId23" Type="http://schemas.openxmlformats.org/officeDocument/2006/relationships/tableStyles" Target="tableStyles.xml"/><Relationship Id="rId10" Type="http://schemas.openxmlformats.org/officeDocument/2006/relationships/font" Target="fonts/font7.fntdata"/><Relationship Id="rId19" Type="http://schemas.openxmlformats.org/officeDocument/2006/relationships/font" Target="fonts/font16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font" Target="fonts/font11.fntdata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="" xmlns:a16="http://schemas.microsoft.com/office/drawing/2014/main" id="{7927D54E-8C2E-5140-8C91-3FEA4A3A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="" xmlns:a16="http://schemas.microsoft.com/office/drawing/2014/main" id="{F2D13BB7-3677-894F-9A14-A006787831D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95092CE-056A-8E4F-AA38-7AF6D4E38A72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="" xmlns:a16="http://schemas.microsoft.com/office/drawing/2014/main" id="{21DC28EA-8CAC-E143-B39A-5889FAF7299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="" xmlns:a16="http://schemas.microsoft.com/office/drawing/2014/main" id="{68C73B85-DAD0-4144-A9F5-B99516FD338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283F5F3-A0C0-064E-A21B-3D52FC9E23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953975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1A0E016B-CAC3-6B4C-90C0-D7AA6A747DA3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4ABF3107-FFE8-3645-B89F-777090C37BF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989042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4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="" xmlns:a16="http://schemas.microsoft.com/office/drawing/2014/main" id="{65FA3155-C2F3-281E-9E5D-2F820D82BE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06246" y="1955870"/>
            <a:ext cx="8822533" cy="1325563"/>
          </a:xfrm>
          <a:prstGeom prst="rect">
            <a:avLst/>
          </a:prstGeom>
          <a:noFill/>
        </p:spPr>
        <p:txBody>
          <a:bodyPr/>
          <a:lstStyle>
            <a:lvl1pPr algn="l">
              <a:defRPr b="1" i="0">
                <a:solidFill>
                  <a:schemeClr val="bg1"/>
                </a:solidFill>
                <a:latin typeface="Patria" pitchFamily="50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es-ES" dirty="0"/>
              <a:t>Título Noto Sans 1 piso </a:t>
            </a:r>
            <a:r>
              <a:rPr lang="es-ES" dirty="0" err="1" smtClean="0"/>
              <a:t>Lorem</a:t>
            </a:r>
            <a:endParaRPr lang="es-MX" dirty="0"/>
          </a:p>
        </p:txBody>
      </p:sp>
      <p:sp>
        <p:nvSpPr>
          <p:cNvPr id="9" name="Marcador de contenido 2">
            <a:extLst>
              <a:ext uri="{FF2B5EF4-FFF2-40B4-BE49-F238E27FC236}">
                <a16:creationId xmlns="" xmlns:a16="http://schemas.microsoft.com/office/drawing/2014/main" id="{FD7975D1-8E3E-676E-939C-B03AD0234A3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63220" y="3460818"/>
            <a:ext cx="11465560" cy="3651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3600" b="1" i="0">
                <a:solidFill>
                  <a:srgbClr val="E7D395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es-ES" dirty="0"/>
              <a:t>00 de mes de 2026</a:t>
            </a:r>
          </a:p>
        </p:txBody>
      </p:sp>
      <p:grpSp>
        <p:nvGrpSpPr>
          <p:cNvPr id="2" name="Grupo 1"/>
          <p:cNvGrpSpPr/>
          <p:nvPr userDrawn="1"/>
        </p:nvGrpSpPr>
        <p:grpSpPr>
          <a:xfrm>
            <a:off x="4427443" y="157529"/>
            <a:ext cx="7401336" cy="582416"/>
            <a:chOff x="4161222" y="277882"/>
            <a:chExt cx="7401336" cy="582416"/>
          </a:xfrm>
        </p:grpSpPr>
        <p:sp>
          <p:nvSpPr>
            <p:cNvPr id="8" name="CuadroTexto 7">
              <a:extLst>
                <a:ext uri="{FF2B5EF4-FFF2-40B4-BE49-F238E27FC236}">
                  <a16:creationId xmlns="" xmlns:a16="http://schemas.microsoft.com/office/drawing/2014/main" id="{38646BE3-18D5-DF86-4CB6-8668CC6D89EC}"/>
                </a:ext>
              </a:extLst>
            </p:cNvPr>
            <p:cNvSpPr txBox="1"/>
            <p:nvPr userDrawn="1"/>
          </p:nvSpPr>
          <p:spPr>
            <a:xfrm>
              <a:off x="9907936" y="351270"/>
              <a:ext cx="16546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200" dirty="0">
                  <a:solidFill>
                    <a:schemeClr val="bg1"/>
                  </a:solidFill>
                  <a:latin typeface="Patria" pitchFamily="50" charset="0"/>
                </a:rPr>
                <a:t>Unidad de Bienestar </a:t>
              </a:r>
            </a:p>
            <a:p>
              <a:pPr algn="ctr"/>
              <a:r>
                <a:rPr lang="es-MX" sz="1200" dirty="0">
                  <a:solidFill>
                    <a:schemeClr val="bg1"/>
                  </a:solidFill>
                  <a:latin typeface="Patria" pitchFamily="50" charset="0"/>
                </a:rPr>
                <a:t>para el Campo</a:t>
              </a:r>
            </a:p>
          </p:txBody>
        </p:sp>
        <p:grpSp>
          <p:nvGrpSpPr>
            <p:cNvPr id="14" name="Grupo 13"/>
            <p:cNvGrpSpPr/>
            <p:nvPr userDrawn="1"/>
          </p:nvGrpSpPr>
          <p:grpSpPr>
            <a:xfrm>
              <a:off x="4161222" y="277882"/>
              <a:ext cx="5722249" cy="582416"/>
              <a:chOff x="246914" y="6096681"/>
              <a:chExt cx="5941129" cy="622515"/>
            </a:xfrm>
          </p:grpSpPr>
          <p:pic>
            <p:nvPicPr>
              <p:cNvPr id="18" name="Gráfico 10">
                <a:extLst>
                  <a:ext uri="{FF2B5EF4-FFF2-40B4-BE49-F238E27FC236}">
                    <a16:creationId xmlns="" xmlns:a16="http://schemas.microsoft.com/office/drawing/2014/main" id="{6B290337-D774-812F-D5D0-5F9171A36F67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extLst>
                  <a:ext uri="{96DAC541-7B7A-43D3-8B79-37D633B846F1}">
                    <asvg:svgBlip xmlns=""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46914" y="6096681"/>
                <a:ext cx="4050229" cy="616340"/>
              </a:xfrm>
              <a:prstGeom prst="rect">
                <a:avLst/>
              </a:prstGeom>
            </p:spPr>
          </p:pic>
          <p:pic>
            <p:nvPicPr>
              <p:cNvPr id="19" name="Picture 1">
                <a:extLst>
                  <a:ext uri="{FF2B5EF4-FFF2-40B4-BE49-F238E27FC236}">
                    <a16:creationId xmlns="" xmlns:a16="http://schemas.microsoft.com/office/drawing/2014/main" id="{8F649D72-AF02-287B-671E-2756EF16743B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5"/>
              <a:srcRect l="61383"/>
              <a:stretch/>
            </p:blipFill>
            <p:spPr>
              <a:xfrm>
                <a:off x="4572001" y="6173063"/>
                <a:ext cx="1616042" cy="546133"/>
              </a:xfrm>
              <a:prstGeom prst="rect">
                <a:avLst/>
              </a:prstGeom>
            </p:spPr>
          </p:pic>
          <p:pic>
            <p:nvPicPr>
              <p:cNvPr id="20" name="Gráfico 10">
                <a:extLst>
                  <a:ext uri="{FF2B5EF4-FFF2-40B4-BE49-F238E27FC236}">
                    <a16:creationId xmlns="" xmlns:a16="http://schemas.microsoft.com/office/drawing/2014/main" id="{6B290337-D774-812F-D5D0-5F9171A36F67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3">
                <a:extLst>
                  <a:ext uri="{96DAC541-7B7A-43D3-8B79-37D633B846F1}">
                    <asvg:svgBlip xmlns="" xmlns:asvg="http://schemas.microsoft.com/office/drawing/2016/SVG/main" r:embed="rId4"/>
                  </a:ext>
                </a:extLst>
              </a:blip>
              <a:srcRect l="52436" r="44011"/>
              <a:stretch/>
            </p:blipFill>
            <p:spPr>
              <a:xfrm>
                <a:off x="4402667" y="6096681"/>
                <a:ext cx="143933" cy="616340"/>
              </a:xfrm>
              <a:prstGeom prst="rect">
                <a:avLst/>
              </a:prstGeom>
            </p:spPr>
          </p:pic>
        </p:grpSp>
        <p:pic>
          <p:nvPicPr>
            <p:cNvPr id="25" name="Gráfico 10">
              <a:extLst>
                <a:ext uri="{FF2B5EF4-FFF2-40B4-BE49-F238E27FC236}">
                  <a16:creationId xmlns="" xmlns:a16="http://schemas.microsoft.com/office/drawing/2014/main" id="{6B290337-D774-812F-D5D0-5F9171A36F6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rcRect l="52436" r="44011"/>
            <a:stretch/>
          </p:blipFill>
          <p:spPr>
            <a:xfrm>
              <a:off x="9838621" y="277889"/>
              <a:ext cx="138630" cy="5766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16416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de título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o 23"/>
          <p:cNvGrpSpPr/>
          <p:nvPr userDrawn="1"/>
        </p:nvGrpSpPr>
        <p:grpSpPr>
          <a:xfrm>
            <a:off x="4427444" y="156813"/>
            <a:ext cx="7401336" cy="582416"/>
            <a:chOff x="4161222" y="277882"/>
            <a:chExt cx="7401336" cy="582416"/>
          </a:xfrm>
        </p:grpSpPr>
        <p:sp>
          <p:nvSpPr>
            <p:cNvPr id="25" name="CuadroTexto 24">
              <a:extLst>
                <a:ext uri="{FF2B5EF4-FFF2-40B4-BE49-F238E27FC236}">
                  <a16:creationId xmlns="" xmlns:a16="http://schemas.microsoft.com/office/drawing/2014/main" id="{38646BE3-18D5-DF86-4CB6-8668CC6D89EC}"/>
                </a:ext>
              </a:extLst>
            </p:cNvPr>
            <p:cNvSpPr txBox="1"/>
            <p:nvPr userDrawn="1"/>
          </p:nvSpPr>
          <p:spPr>
            <a:xfrm>
              <a:off x="9907936" y="351270"/>
              <a:ext cx="16546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200" dirty="0">
                  <a:solidFill>
                    <a:schemeClr val="bg1"/>
                  </a:solidFill>
                  <a:latin typeface="Patria" pitchFamily="50" charset="0"/>
                </a:rPr>
                <a:t>Unidad de Bienestar </a:t>
              </a:r>
            </a:p>
            <a:p>
              <a:pPr algn="ctr"/>
              <a:r>
                <a:rPr lang="es-MX" sz="1200" dirty="0">
                  <a:solidFill>
                    <a:schemeClr val="bg1"/>
                  </a:solidFill>
                  <a:latin typeface="Patria" pitchFamily="50" charset="0"/>
                </a:rPr>
                <a:t>para el Campo</a:t>
              </a:r>
            </a:p>
          </p:txBody>
        </p:sp>
        <p:grpSp>
          <p:nvGrpSpPr>
            <p:cNvPr id="26" name="Grupo 25"/>
            <p:cNvGrpSpPr/>
            <p:nvPr userDrawn="1"/>
          </p:nvGrpSpPr>
          <p:grpSpPr>
            <a:xfrm>
              <a:off x="4161222" y="277882"/>
              <a:ext cx="5722249" cy="582416"/>
              <a:chOff x="246914" y="6096681"/>
              <a:chExt cx="5941129" cy="622515"/>
            </a:xfrm>
          </p:grpSpPr>
          <p:pic>
            <p:nvPicPr>
              <p:cNvPr id="28" name="Gráfico 10">
                <a:extLst>
                  <a:ext uri="{FF2B5EF4-FFF2-40B4-BE49-F238E27FC236}">
                    <a16:creationId xmlns="" xmlns:a16="http://schemas.microsoft.com/office/drawing/2014/main" id="{6B290337-D774-812F-D5D0-5F9171A36F67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extLst>
                  <a:ext uri="{96DAC541-7B7A-43D3-8B79-37D633B846F1}">
                    <asvg:svgBlip xmlns=""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46914" y="6096681"/>
                <a:ext cx="4050229" cy="616340"/>
              </a:xfrm>
              <a:prstGeom prst="rect">
                <a:avLst/>
              </a:prstGeom>
            </p:spPr>
          </p:pic>
          <p:pic>
            <p:nvPicPr>
              <p:cNvPr id="29" name="Picture 1">
                <a:extLst>
                  <a:ext uri="{FF2B5EF4-FFF2-40B4-BE49-F238E27FC236}">
                    <a16:creationId xmlns="" xmlns:a16="http://schemas.microsoft.com/office/drawing/2014/main" id="{8F649D72-AF02-287B-671E-2756EF16743B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5"/>
              <a:srcRect l="61383"/>
              <a:stretch/>
            </p:blipFill>
            <p:spPr>
              <a:xfrm>
                <a:off x="4572001" y="6173063"/>
                <a:ext cx="1616042" cy="546133"/>
              </a:xfrm>
              <a:prstGeom prst="rect">
                <a:avLst/>
              </a:prstGeom>
            </p:spPr>
          </p:pic>
          <p:pic>
            <p:nvPicPr>
              <p:cNvPr id="30" name="Gráfico 10">
                <a:extLst>
                  <a:ext uri="{FF2B5EF4-FFF2-40B4-BE49-F238E27FC236}">
                    <a16:creationId xmlns="" xmlns:a16="http://schemas.microsoft.com/office/drawing/2014/main" id="{6B290337-D774-812F-D5D0-5F9171A36F67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3">
                <a:extLst>
                  <a:ext uri="{96DAC541-7B7A-43D3-8B79-37D633B846F1}">
                    <asvg:svgBlip xmlns="" xmlns:asvg="http://schemas.microsoft.com/office/drawing/2016/SVG/main" r:embed="rId4"/>
                  </a:ext>
                </a:extLst>
              </a:blip>
              <a:srcRect l="52436" r="44011"/>
              <a:stretch/>
            </p:blipFill>
            <p:spPr>
              <a:xfrm>
                <a:off x="4402667" y="6096681"/>
                <a:ext cx="143933" cy="616340"/>
              </a:xfrm>
              <a:prstGeom prst="rect">
                <a:avLst/>
              </a:prstGeom>
            </p:spPr>
          </p:pic>
        </p:grpSp>
        <p:pic>
          <p:nvPicPr>
            <p:cNvPr id="27" name="Gráfico 10">
              <a:extLst>
                <a:ext uri="{FF2B5EF4-FFF2-40B4-BE49-F238E27FC236}">
                  <a16:creationId xmlns="" xmlns:a16="http://schemas.microsoft.com/office/drawing/2014/main" id="{6B290337-D774-812F-D5D0-5F9171A36F6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rcRect l="52436" r="44011"/>
            <a:stretch/>
          </p:blipFill>
          <p:spPr>
            <a:xfrm>
              <a:off x="9838621" y="277889"/>
              <a:ext cx="138630" cy="576640"/>
            </a:xfrm>
            <a:prstGeom prst="rect">
              <a:avLst/>
            </a:prstGeom>
          </p:spPr>
        </p:pic>
      </p:grpSp>
      <p:sp>
        <p:nvSpPr>
          <p:cNvPr id="13" name="Título 1">
            <a:extLst>
              <a:ext uri="{FF2B5EF4-FFF2-40B4-BE49-F238E27FC236}">
                <a16:creationId xmlns="" xmlns:a16="http://schemas.microsoft.com/office/drawing/2014/main" id="{65FA3155-C2F3-281E-9E5D-2F820D82BE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06246" y="1955870"/>
            <a:ext cx="8822533" cy="1325563"/>
          </a:xfrm>
          <a:prstGeom prst="rect">
            <a:avLst/>
          </a:prstGeom>
          <a:noFill/>
        </p:spPr>
        <p:txBody>
          <a:bodyPr/>
          <a:lstStyle>
            <a:lvl1pPr algn="l">
              <a:defRPr b="1" i="0">
                <a:solidFill>
                  <a:schemeClr val="bg1"/>
                </a:solidFill>
                <a:latin typeface="Patria" pitchFamily="50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es-ES" dirty="0"/>
              <a:t>Título Noto Sans 1 piso </a:t>
            </a:r>
            <a:r>
              <a:rPr lang="es-ES" dirty="0" err="1" smtClean="0"/>
              <a:t>Lorem</a:t>
            </a:r>
            <a:endParaRPr lang="es-MX" dirty="0"/>
          </a:p>
        </p:txBody>
      </p:sp>
      <p:sp>
        <p:nvSpPr>
          <p:cNvPr id="14" name="Marcador de contenido 2">
            <a:extLst>
              <a:ext uri="{FF2B5EF4-FFF2-40B4-BE49-F238E27FC236}">
                <a16:creationId xmlns="" xmlns:a16="http://schemas.microsoft.com/office/drawing/2014/main" id="{FD7975D1-8E3E-676E-939C-B03AD0234A3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63220" y="3460818"/>
            <a:ext cx="11465560" cy="56084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3600" b="1" i="0">
                <a:solidFill>
                  <a:srgbClr val="E7D395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es-ES" dirty="0"/>
              <a:t>00 de mes de 2026</a:t>
            </a:r>
          </a:p>
        </p:txBody>
      </p:sp>
    </p:spTree>
    <p:extLst>
      <p:ext uri="{BB962C8B-B14F-4D97-AF65-F5344CB8AC3E}">
        <p14:creationId xmlns:p14="http://schemas.microsoft.com/office/powerpoint/2010/main" val="2877643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apositiva de título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">
            <a:extLst>
              <a:ext uri="{FF2B5EF4-FFF2-40B4-BE49-F238E27FC236}">
                <a16:creationId xmlns="" xmlns:a16="http://schemas.microsoft.com/office/drawing/2014/main" id="{29FCE891-2873-1849-A37C-A2CF6D30A712}"/>
              </a:ext>
            </a:extLst>
          </p:cNvPr>
          <p:cNvSpPr txBox="1">
            <a:spLocks/>
          </p:cNvSpPr>
          <p:nvPr userDrawn="1"/>
        </p:nvSpPr>
        <p:spPr>
          <a:xfrm>
            <a:off x="838200" y="166977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>
                <a:solidFill>
                  <a:srgbClr val="A42145"/>
                </a:solidFill>
                <a:latin typeface="Montserrat SemiBold" panose="00000700000000000000" pitchFamily="2" charset="0"/>
                <a:ea typeface="+mj-ea"/>
                <a:cs typeface="+mj-cs"/>
              </a:defRPr>
            </a:lvl1pPr>
          </a:lstStyle>
          <a:p>
            <a:endParaRPr lang="es-MX" sz="4400" dirty="0"/>
          </a:p>
        </p:txBody>
      </p:sp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3137A33-B79A-F64E-F541-047F8AB686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06246" y="1955870"/>
            <a:ext cx="8822533" cy="1325563"/>
          </a:xfrm>
          <a:prstGeom prst="rect">
            <a:avLst/>
          </a:prstGeom>
          <a:noFill/>
        </p:spPr>
        <p:txBody>
          <a:bodyPr/>
          <a:lstStyle>
            <a:lvl1pPr algn="l">
              <a:defRPr b="1" i="0">
                <a:solidFill>
                  <a:srgbClr val="6E152E"/>
                </a:solidFill>
                <a:latin typeface="Patria" pitchFamily="50" charset="0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s-ES" dirty="0"/>
              <a:t>Título Noto Sans 1 piso </a:t>
            </a:r>
            <a:r>
              <a:rPr lang="es-ES" dirty="0" err="1" smtClean="0"/>
              <a:t>Lorem</a:t>
            </a:r>
            <a:endParaRPr lang="es-MX" dirty="0"/>
          </a:p>
        </p:txBody>
      </p:sp>
      <p:sp>
        <p:nvSpPr>
          <p:cNvPr id="8" name="Marcador de contenido 2">
            <a:extLst>
              <a:ext uri="{FF2B5EF4-FFF2-40B4-BE49-F238E27FC236}">
                <a16:creationId xmlns="" xmlns:a16="http://schemas.microsoft.com/office/drawing/2014/main" id="{E6EEB876-5382-B56F-2136-D31B7128E8C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63220" y="3460818"/>
            <a:ext cx="11465560" cy="3651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3600" b="1" i="0">
                <a:solidFill>
                  <a:srgbClr val="155B4E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es-ES" dirty="0"/>
              <a:t>00 de mes de 2026</a:t>
            </a:r>
          </a:p>
        </p:txBody>
      </p:sp>
      <p:grpSp>
        <p:nvGrpSpPr>
          <p:cNvPr id="30" name="Grupo 29"/>
          <p:cNvGrpSpPr/>
          <p:nvPr userDrawn="1"/>
        </p:nvGrpSpPr>
        <p:grpSpPr>
          <a:xfrm>
            <a:off x="4581450" y="172626"/>
            <a:ext cx="7471430" cy="625409"/>
            <a:chOff x="4728521" y="172626"/>
            <a:chExt cx="7471430" cy="625409"/>
          </a:xfrm>
        </p:grpSpPr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xmlns="" id="{D98B3C4E-0B52-4EFD-1A70-2424FDE5E0D5}"/>
                </a:ext>
              </a:extLst>
            </p:cNvPr>
            <p:cNvGrpSpPr/>
            <p:nvPr userDrawn="1"/>
          </p:nvGrpSpPr>
          <p:grpSpPr>
            <a:xfrm>
              <a:off x="4728521" y="172626"/>
              <a:ext cx="7471430" cy="625409"/>
              <a:chOff x="2208318" y="448874"/>
              <a:chExt cx="9805630" cy="853149"/>
            </a:xfrm>
          </p:grpSpPr>
          <p:pic>
            <p:nvPicPr>
              <p:cNvPr id="36" name="Picture 2">
                <a:extLst>
                  <a:ext uri="{FF2B5EF4-FFF2-40B4-BE49-F238E27FC236}">
                    <a16:creationId xmlns:a16="http://schemas.microsoft.com/office/drawing/2014/main" xmlns="" id="{1764FD60-FAD6-E286-A200-326ABF25F438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08318" y="448874"/>
                <a:ext cx="2159847" cy="8531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7" name="Picture 4">
                <a:extLst>
                  <a:ext uri="{FF2B5EF4-FFF2-40B4-BE49-F238E27FC236}">
                    <a16:creationId xmlns:a16="http://schemas.microsoft.com/office/drawing/2014/main" xmlns="" id="{234759D2-3CA3-6886-0048-C10FAC134BB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021" b="-4382"/>
              <a:stretch/>
            </p:blipFill>
            <p:spPr bwMode="auto">
              <a:xfrm>
                <a:off x="4812761" y="653084"/>
                <a:ext cx="2014283" cy="53725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xmlns="" id="{469AA4AE-442D-9254-7A72-B549A4139BB6}"/>
                  </a:ext>
                </a:extLst>
              </p:cNvPr>
              <p:cNvSpPr txBox="1"/>
              <p:nvPr userDrawn="1"/>
            </p:nvSpPr>
            <p:spPr>
              <a:xfrm>
                <a:off x="9006590" y="560558"/>
                <a:ext cx="3007358" cy="629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1200" dirty="0">
                    <a:solidFill>
                      <a:srgbClr val="6E152E"/>
                    </a:solidFill>
                    <a:latin typeface="Patria" pitchFamily="50" charset="0"/>
                  </a:rPr>
                  <a:t>Unidad de Bienestar </a:t>
                </a:r>
              </a:p>
              <a:p>
                <a:pPr algn="ctr"/>
                <a:r>
                  <a:rPr lang="es-MX" sz="1200" dirty="0">
                    <a:solidFill>
                      <a:srgbClr val="6E152E"/>
                    </a:solidFill>
                    <a:latin typeface="Patria" pitchFamily="50" charset="0"/>
                  </a:rPr>
                  <a:t>para el Campo</a:t>
                </a:r>
              </a:p>
            </p:txBody>
          </p:sp>
        </p:grpSp>
        <p:pic>
          <p:nvPicPr>
            <p:cNvPr id="32" name="Imagen 31">
              <a:extLst>
                <a:ext uri="{FF2B5EF4-FFF2-40B4-BE49-F238E27FC236}">
                  <a16:creationId xmlns:a16="http://schemas.microsoft.com/office/drawing/2014/main" xmlns="" id="{FB048FFE-1C24-1234-48FC-BEED936571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42"/>
            <a:stretch/>
          </p:blipFill>
          <p:spPr>
            <a:xfrm>
              <a:off x="8531504" y="231063"/>
              <a:ext cx="1657080" cy="537185"/>
            </a:xfrm>
            <a:prstGeom prst="rect">
              <a:avLst/>
            </a:prstGeom>
          </p:spPr>
        </p:pic>
        <p:pic>
          <p:nvPicPr>
            <p:cNvPr id="33" name="Gráfico 2">
              <a:extLst>
                <a:ext uri="{FF2B5EF4-FFF2-40B4-BE49-F238E27FC236}">
                  <a16:creationId xmlns:a16="http://schemas.microsoft.com/office/drawing/2014/main" xmlns="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rcRect l="51990" r="43015"/>
            <a:stretch/>
          </p:blipFill>
          <p:spPr>
            <a:xfrm>
              <a:off x="8421126" y="213817"/>
              <a:ext cx="169333" cy="516316"/>
            </a:xfrm>
            <a:prstGeom prst="rect">
              <a:avLst/>
            </a:prstGeom>
          </p:spPr>
        </p:pic>
        <p:pic>
          <p:nvPicPr>
            <p:cNvPr id="34" name="Gráfico 2">
              <a:extLst>
                <a:ext uri="{FF2B5EF4-FFF2-40B4-BE49-F238E27FC236}">
                  <a16:creationId xmlns:a16="http://schemas.microsoft.com/office/drawing/2014/main" xmlns="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rcRect l="51990" r="43015"/>
            <a:stretch/>
          </p:blipFill>
          <p:spPr>
            <a:xfrm>
              <a:off x="6466840" y="227172"/>
              <a:ext cx="169333" cy="516316"/>
            </a:xfrm>
            <a:prstGeom prst="rect">
              <a:avLst/>
            </a:prstGeom>
          </p:spPr>
        </p:pic>
        <p:pic>
          <p:nvPicPr>
            <p:cNvPr id="35" name="Gráfico 2">
              <a:extLst>
                <a:ext uri="{FF2B5EF4-FFF2-40B4-BE49-F238E27FC236}">
                  <a16:creationId xmlns:a16="http://schemas.microsoft.com/office/drawing/2014/main" xmlns="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rcRect l="51990" r="43015"/>
            <a:stretch/>
          </p:blipFill>
          <p:spPr>
            <a:xfrm>
              <a:off x="10143104" y="238204"/>
              <a:ext cx="169333" cy="5163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83656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apositiva de título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">
            <a:extLst>
              <a:ext uri="{FF2B5EF4-FFF2-40B4-BE49-F238E27FC236}">
                <a16:creationId xmlns="" xmlns:a16="http://schemas.microsoft.com/office/drawing/2014/main" id="{29FCE891-2873-1849-A37C-A2CF6D30A712}"/>
              </a:ext>
            </a:extLst>
          </p:cNvPr>
          <p:cNvSpPr txBox="1">
            <a:spLocks/>
          </p:cNvSpPr>
          <p:nvPr userDrawn="1"/>
        </p:nvSpPr>
        <p:spPr>
          <a:xfrm>
            <a:off x="838200" y="166977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>
                <a:solidFill>
                  <a:srgbClr val="A42145"/>
                </a:solidFill>
                <a:latin typeface="Montserrat SemiBold" panose="00000700000000000000" pitchFamily="2" charset="0"/>
                <a:ea typeface="+mj-ea"/>
                <a:cs typeface="+mj-cs"/>
              </a:defRPr>
            </a:lvl1pPr>
          </a:lstStyle>
          <a:p>
            <a:endParaRPr lang="es-MX" sz="4400" dirty="0"/>
          </a:p>
        </p:txBody>
      </p:sp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3137A33-B79A-F64E-F541-047F8AB686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734" y="1955870"/>
            <a:ext cx="8822533" cy="1325563"/>
          </a:xfrm>
          <a:prstGeom prst="rect">
            <a:avLst/>
          </a:prstGeom>
          <a:noFill/>
        </p:spPr>
        <p:txBody>
          <a:bodyPr/>
          <a:lstStyle>
            <a:lvl1pPr algn="ctr">
              <a:defRPr b="1" i="0">
                <a:solidFill>
                  <a:schemeClr val="bg1"/>
                </a:solidFill>
                <a:latin typeface="Noto Sans SemiBold" panose="020B0502040504020204" pitchFamily="34" charset="0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s-ES" dirty="0"/>
              <a:t>Título Noto Sans 1 piso </a:t>
            </a:r>
            <a:r>
              <a:rPr lang="es-ES" dirty="0" err="1" smtClean="0"/>
              <a:t>Lorem</a:t>
            </a:r>
            <a:endParaRPr lang="es-MX" dirty="0"/>
          </a:p>
        </p:txBody>
      </p:sp>
      <p:sp>
        <p:nvSpPr>
          <p:cNvPr id="8" name="Marcador de contenido 2">
            <a:extLst>
              <a:ext uri="{FF2B5EF4-FFF2-40B4-BE49-F238E27FC236}">
                <a16:creationId xmlns="" xmlns:a16="http://schemas.microsoft.com/office/drawing/2014/main" id="{E6EEB876-5382-B56F-2136-D31B7128E8C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63220" y="3460818"/>
            <a:ext cx="11465560" cy="3651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3600" b="1" i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es-ES" dirty="0"/>
              <a:t>00 de mes de 2026</a:t>
            </a:r>
          </a:p>
        </p:txBody>
      </p:sp>
      <p:grpSp>
        <p:nvGrpSpPr>
          <p:cNvPr id="13" name="Grupo 12"/>
          <p:cNvGrpSpPr/>
          <p:nvPr userDrawn="1"/>
        </p:nvGrpSpPr>
        <p:grpSpPr>
          <a:xfrm>
            <a:off x="2703506" y="151752"/>
            <a:ext cx="7401336" cy="582416"/>
            <a:chOff x="4161222" y="277882"/>
            <a:chExt cx="7401336" cy="582416"/>
          </a:xfrm>
        </p:grpSpPr>
        <p:sp>
          <p:nvSpPr>
            <p:cNvPr id="14" name="CuadroTexto 13">
              <a:extLst>
                <a:ext uri="{FF2B5EF4-FFF2-40B4-BE49-F238E27FC236}">
                  <a16:creationId xmlns="" xmlns:a16="http://schemas.microsoft.com/office/drawing/2014/main" id="{38646BE3-18D5-DF86-4CB6-8668CC6D89EC}"/>
                </a:ext>
              </a:extLst>
            </p:cNvPr>
            <p:cNvSpPr txBox="1"/>
            <p:nvPr userDrawn="1"/>
          </p:nvSpPr>
          <p:spPr>
            <a:xfrm>
              <a:off x="9907936" y="351270"/>
              <a:ext cx="16546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200" dirty="0">
                  <a:solidFill>
                    <a:schemeClr val="bg1"/>
                  </a:solidFill>
                  <a:latin typeface="Patria" pitchFamily="50" charset="0"/>
                </a:rPr>
                <a:t>Unidad de Bienestar </a:t>
              </a:r>
            </a:p>
            <a:p>
              <a:pPr algn="ctr"/>
              <a:r>
                <a:rPr lang="es-MX" sz="1200" dirty="0">
                  <a:solidFill>
                    <a:schemeClr val="bg1"/>
                  </a:solidFill>
                  <a:latin typeface="Patria" pitchFamily="50" charset="0"/>
                </a:rPr>
                <a:t>para el Campo</a:t>
              </a:r>
            </a:p>
          </p:txBody>
        </p:sp>
        <p:grpSp>
          <p:nvGrpSpPr>
            <p:cNvPr id="22" name="Grupo 21"/>
            <p:cNvGrpSpPr/>
            <p:nvPr userDrawn="1"/>
          </p:nvGrpSpPr>
          <p:grpSpPr>
            <a:xfrm>
              <a:off x="4161222" y="277882"/>
              <a:ext cx="5722249" cy="582416"/>
              <a:chOff x="246914" y="6096681"/>
              <a:chExt cx="5941129" cy="622515"/>
            </a:xfrm>
          </p:grpSpPr>
          <p:pic>
            <p:nvPicPr>
              <p:cNvPr id="24" name="Gráfico 10">
                <a:extLst>
                  <a:ext uri="{FF2B5EF4-FFF2-40B4-BE49-F238E27FC236}">
                    <a16:creationId xmlns="" xmlns:a16="http://schemas.microsoft.com/office/drawing/2014/main" id="{6B290337-D774-812F-D5D0-5F9171A36F67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extLst>
                  <a:ext uri="{96DAC541-7B7A-43D3-8B79-37D633B846F1}">
                    <asvg:svgBlip xmlns=""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46914" y="6096681"/>
                <a:ext cx="4050229" cy="616340"/>
              </a:xfrm>
              <a:prstGeom prst="rect">
                <a:avLst/>
              </a:prstGeom>
            </p:spPr>
          </p:pic>
          <p:pic>
            <p:nvPicPr>
              <p:cNvPr id="25" name="Picture 1">
                <a:extLst>
                  <a:ext uri="{FF2B5EF4-FFF2-40B4-BE49-F238E27FC236}">
                    <a16:creationId xmlns="" xmlns:a16="http://schemas.microsoft.com/office/drawing/2014/main" id="{8F649D72-AF02-287B-671E-2756EF16743B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5"/>
              <a:srcRect l="61383"/>
              <a:stretch/>
            </p:blipFill>
            <p:spPr>
              <a:xfrm>
                <a:off x="4572001" y="6173063"/>
                <a:ext cx="1616042" cy="546133"/>
              </a:xfrm>
              <a:prstGeom prst="rect">
                <a:avLst/>
              </a:prstGeom>
            </p:spPr>
          </p:pic>
          <p:pic>
            <p:nvPicPr>
              <p:cNvPr id="26" name="Gráfico 10">
                <a:extLst>
                  <a:ext uri="{FF2B5EF4-FFF2-40B4-BE49-F238E27FC236}">
                    <a16:creationId xmlns="" xmlns:a16="http://schemas.microsoft.com/office/drawing/2014/main" id="{6B290337-D774-812F-D5D0-5F9171A36F67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3">
                <a:extLst>
                  <a:ext uri="{96DAC541-7B7A-43D3-8B79-37D633B846F1}">
                    <asvg:svgBlip xmlns="" xmlns:asvg="http://schemas.microsoft.com/office/drawing/2016/SVG/main" r:embed="rId4"/>
                  </a:ext>
                </a:extLst>
              </a:blip>
              <a:srcRect l="52436" r="44011"/>
              <a:stretch/>
            </p:blipFill>
            <p:spPr>
              <a:xfrm>
                <a:off x="4402667" y="6096681"/>
                <a:ext cx="143933" cy="616340"/>
              </a:xfrm>
              <a:prstGeom prst="rect">
                <a:avLst/>
              </a:prstGeom>
            </p:spPr>
          </p:pic>
        </p:grpSp>
        <p:pic>
          <p:nvPicPr>
            <p:cNvPr id="23" name="Gráfico 10">
              <a:extLst>
                <a:ext uri="{FF2B5EF4-FFF2-40B4-BE49-F238E27FC236}">
                  <a16:creationId xmlns="" xmlns:a16="http://schemas.microsoft.com/office/drawing/2014/main" id="{6B290337-D774-812F-D5D0-5F9171A36F6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rcRect l="52436" r="44011"/>
            <a:stretch/>
          </p:blipFill>
          <p:spPr>
            <a:xfrm>
              <a:off x="9838621" y="277889"/>
              <a:ext cx="138630" cy="5766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53242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apositiva de título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">
            <a:extLst>
              <a:ext uri="{FF2B5EF4-FFF2-40B4-BE49-F238E27FC236}">
                <a16:creationId xmlns="" xmlns:a16="http://schemas.microsoft.com/office/drawing/2014/main" id="{29FCE891-2873-1849-A37C-A2CF6D30A712}"/>
              </a:ext>
            </a:extLst>
          </p:cNvPr>
          <p:cNvSpPr txBox="1">
            <a:spLocks/>
          </p:cNvSpPr>
          <p:nvPr userDrawn="1"/>
        </p:nvSpPr>
        <p:spPr>
          <a:xfrm>
            <a:off x="838200" y="166977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>
                <a:solidFill>
                  <a:srgbClr val="A42145"/>
                </a:solidFill>
                <a:latin typeface="Montserrat SemiBold" panose="00000700000000000000" pitchFamily="2" charset="0"/>
                <a:ea typeface="+mj-ea"/>
                <a:cs typeface="+mj-cs"/>
              </a:defRPr>
            </a:lvl1pPr>
          </a:lstStyle>
          <a:p>
            <a:endParaRPr lang="es-MX" sz="4400" dirty="0"/>
          </a:p>
        </p:txBody>
      </p:sp>
      <p:grpSp>
        <p:nvGrpSpPr>
          <p:cNvPr id="25" name="Grupo 24"/>
          <p:cNvGrpSpPr/>
          <p:nvPr userDrawn="1"/>
        </p:nvGrpSpPr>
        <p:grpSpPr>
          <a:xfrm>
            <a:off x="2703506" y="151752"/>
            <a:ext cx="7401336" cy="582416"/>
            <a:chOff x="4161222" y="277882"/>
            <a:chExt cx="7401336" cy="582416"/>
          </a:xfrm>
        </p:grpSpPr>
        <p:sp>
          <p:nvSpPr>
            <p:cNvPr id="26" name="CuadroTexto 25">
              <a:extLst>
                <a:ext uri="{FF2B5EF4-FFF2-40B4-BE49-F238E27FC236}">
                  <a16:creationId xmlns="" xmlns:a16="http://schemas.microsoft.com/office/drawing/2014/main" id="{38646BE3-18D5-DF86-4CB6-8668CC6D89EC}"/>
                </a:ext>
              </a:extLst>
            </p:cNvPr>
            <p:cNvSpPr txBox="1"/>
            <p:nvPr userDrawn="1"/>
          </p:nvSpPr>
          <p:spPr>
            <a:xfrm>
              <a:off x="9907936" y="351270"/>
              <a:ext cx="16546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sz="1200" dirty="0">
                  <a:solidFill>
                    <a:schemeClr val="bg1"/>
                  </a:solidFill>
                  <a:latin typeface="Patria" pitchFamily="50" charset="0"/>
                </a:rPr>
                <a:t>Unidad de Bienestar </a:t>
              </a:r>
            </a:p>
            <a:p>
              <a:pPr algn="ctr"/>
              <a:r>
                <a:rPr lang="es-MX" sz="1200" dirty="0">
                  <a:solidFill>
                    <a:schemeClr val="bg1"/>
                  </a:solidFill>
                  <a:latin typeface="Patria" pitchFamily="50" charset="0"/>
                </a:rPr>
                <a:t>para el Campo</a:t>
              </a:r>
            </a:p>
          </p:txBody>
        </p:sp>
        <p:grpSp>
          <p:nvGrpSpPr>
            <p:cNvPr id="27" name="Grupo 26"/>
            <p:cNvGrpSpPr/>
            <p:nvPr userDrawn="1"/>
          </p:nvGrpSpPr>
          <p:grpSpPr>
            <a:xfrm>
              <a:off x="4161222" y="277882"/>
              <a:ext cx="5722249" cy="582416"/>
              <a:chOff x="246914" y="6096681"/>
              <a:chExt cx="5941129" cy="622515"/>
            </a:xfrm>
          </p:grpSpPr>
          <p:pic>
            <p:nvPicPr>
              <p:cNvPr id="29" name="Gráfico 10">
                <a:extLst>
                  <a:ext uri="{FF2B5EF4-FFF2-40B4-BE49-F238E27FC236}">
                    <a16:creationId xmlns="" xmlns:a16="http://schemas.microsoft.com/office/drawing/2014/main" id="{6B290337-D774-812F-D5D0-5F9171A36F67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extLst>
                  <a:ext uri="{96DAC541-7B7A-43D3-8B79-37D633B846F1}">
                    <asvg:svgBlip xmlns=""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46914" y="6096681"/>
                <a:ext cx="4050229" cy="616340"/>
              </a:xfrm>
              <a:prstGeom prst="rect">
                <a:avLst/>
              </a:prstGeom>
            </p:spPr>
          </p:pic>
          <p:pic>
            <p:nvPicPr>
              <p:cNvPr id="30" name="Picture 1">
                <a:extLst>
                  <a:ext uri="{FF2B5EF4-FFF2-40B4-BE49-F238E27FC236}">
                    <a16:creationId xmlns="" xmlns:a16="http://schemas.microsoft.com/office/drawing/2014/main" id="{8F649D72-AF02-287B-671E-2756EF16743B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5"/>
              <a:srcRect l="61383"/>
              <a:stretch/>
            </p:blipFill>
            <p:spPr>
              <a:xfrm>
                <a:off x="4572001" y="6173063"/>
                <a:ext cx="1616042" cy="546133"/>
              </a:xfrm>
              <a:prstGeom prst="rect">
                <a:avLst/>
              </a:prstGeom>
            </p:spPr>
          </p:pic>
          <p:pic>
            <p:nvPicPr>
              <p:cNvPr id="31" name="Gráfico 10">
                <a:extLst>
                  <a:ext uri="{FF2B5EF4-FFF2-40B4-BE49-F238E27FC236}">
                    <a16:creationId xmlns="" xmlns:a16="http://schemas.microsoft.com/office/drawing/2014/main" id="{6B290337-D774-812F-D5D0-5F9171A36F67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3">
                <a:extLst>
                  <a:ext uri="{96DAC541-7B7A-43D3-8B79-37D633B846F1}">
                    <asvg:svgBlip xmlns="" xmlns:asvg="http://schemas.microsoft.com/office/drawing/2016/SVG/main" r:embed="rId4"/>
                  </a:ext>
                </a:extLst>
              </a:blip>
              <a:srcRect l="52436" r="44011"/>
              <a:stretch/>
            </p:blipFill>
            <p:spPr>
              <a:xfrm>
                <a:off x="4402667" y="6096681"/>
                <a:ext cx="143933" cy="616340"/>
              </a:xfrm>
              <a:prstGeom prst="rect">
                <a:avLst/>
              </a:prstGeom>
            </p:spPr>
          </p:pic>
        </p:grpSp>
        <p:pic>
          <p:nvPicPr>
            <p:cNvPr id="28" name="Gráfico 10">
              <a:extLst>
                <a:ext uri="{FF2B5EF4-FFF2-40B4-BE49-F238E27FC236}">
                  <a16:creationId xmlns="" xmlns:a16="http://schemas.microsoft.com/office/drawing/2014/main" id="{6B290337-D774-812F-D5D0-5F9171A36F6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rcRect l="52436" r="44011"/>
            <a:stretch/>
          </p:blipFill>
          <p:spPr>
            <a:xfrm>
              <a:off x="9838621" y="277889"/>
              <a:ext cx="138630" cy="576640"/>
            </a:xfrm>
            <a:prstGeom prst="rect">
              <a:avLst/>
            </a:prstGeom>
          </p:spPr>
        </p:pic>
      </p:grpSp>
      <p:sp>
        <p:nvSpPr>
          <p:cNvPr id="13" name="Título 1">
            <a:extLst>
              <a:ext uri="{FF2B5EF4-FFF2-40B4-BE49-F238E27FC236}">
                <a16:creationId xmlns="" xmlns:a16="http://schemas.microsoft.com/office/drawing/2014/main" id="{D3137A33-B79A-F64E-F541-047F8AB686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734" y="1955870"/>
            <a:ext cx="8822533" cy="1325563"/>
          </a:xfrm>
          <a:prstGeom prst="rect">
            <a:avLst/>
          </a:prstGeom>
          <a:noFill/>
        </p:spPr>
        <p:txBody>
          <a:bodyPr/>
          <a:lstStyle>
            <a:lvl1pPr algn="ctr">
              <a:defRPr b="1" i="0">
                <a:solidFill>
                  <a:schemeClr val="bg1"/>
                </a:solidFill>
                <a:latin typeface="Noto Sans SemiBold" panose="020B0502040504020204" pitchFamily="34" charset="0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s-ES" dirty="0"/>
              <a:t>Título Noto Sans 1 piso </a:t>
            </a:r>
            <a:r>
              <a:rPr lang="es-ES" dirty="0" err="1" smtClean="0"/>
              <a:t>Lorem</a:t>
            </a:r>
            <a:endParaRPr lang="es-MX" dirty="0"/>
          </a:p>
        </p:txBody>
      </p:sp>
      <p:sp>
        <p:nvSpPr>
          <p:cNvPr id="14" name="Marcador de contenido 2">
            <a:extLst>
              <a:ext uri="{FF2B5EF4-FFF2-40B4-BE49-F238E27FC236}">
                <a16:creationId xmlns="" xmlns:a16="http://schemas.microsoft.com/office/drawing/2014/main" id="{E6EEB876-5382-B56F-2136-D31B7128E8C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63220" y="3460818"/>
            <a:ext cx="11465560" cy="3651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3600" b="1" i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es-ES" dirty="0"/>
              <a:t>00 de mes de 2026</a:t>
            </a:r>
          </a:p>
        </p:txBody>
      </p:sp>
    </p:spTree>
    <p:extLst>
      <p:ext uri="{BB962C8B-B14F-4D97-AF65-F5344CB8AC3E}">
        <p14:creationId xmlns:p14="http://schemas.microsoft.com/office/powerpoint/2010/main" val="1823596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apositiva de título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">
            <a:extLst>
              <a:ext uri="{FF2B5EF4-FFF2-40B4-BE49-F238E27FC236}">
                <a16:creationId xmlns="" xmlns:a16="http://schemas.microsoft.com/office/drawing/2014/main" id="{29FCE891-2873-1849-A37C-A2CF6D30A712}"/>
              </a:ext>
            </a:extLst>
          </p:cNvPr>
          <p:cNvSpPr txBox="1">
            <a:spLocks/>
          </p:cNvSpPr>
          <p:nvPr userDrawn="1"/>
        </p:nvSpPr>
        <p:spPr>
          <a:xfrm>
            <a:off x="838200" y="166977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>
                <a:solidFill>
                  <a:srgbClr val="A42145"/>
                </a:solidFill>
                <a:latin typeface="Montserrat SemiBold" panose="00000700000000000000" pitchFamily="2" charset="0"/>
                <a:ea typeface="+mj-ea"/>
                <a:cs typeface="+mj-cs"/>
              </a:defRPr>
            </a:lvl1pPr>
          </a:lstStyle>
          <a:p>
            <a:endParaRPr lang="es-MX" sz="4400" dirty="0"/>
          </a:p>
        </p:txBody>
      </p:sp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3137A33-B79A-F64E-F541-047F8AB686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1466" y="1955870"/>
            <a:ext cx="9669067" cy="1325563"/>
          </a:xfrm>
          <a:prstGeom prst="rect">
            <a:avLst/>
          </a:prstGeom>
          <a:noFill/>
        </p:spPr>
        <p:txBody>
          <a:bodyPr/>
          <a:lstStyle>
            <a:lvl1pPr algn="ctr">
              <a:defRPr b="1" i="0">
                <a:solidFill>
                  <a:srgbClr val="6E152E"/>
                </a:solidFill>
                <a:latin typeface="Patria" pitchFamily="50" charset="0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s-ES" dirty="0"/>
              <a:t>Título Noto Sans 1 piso </a:t>
            </a:r>
            <a:r>
              <a:rPr lang="es-ES" dirty="0" err="1" smtClean="0"/>
              <a:t>Lorem</a:t>
            </a:r>
            <a:endParaRPr lang="es-MX" dirty="0"/>
          </a:p>
        </p:txBody>
      </p:sp>
      <p:sp>
        <p:nvSpPr>
          <p:cNvPr id="8" name="Marcador de contenido 2">
            <a:extLst>
              <a:ext uri="{FF2B5EF4-FFF2-40B4-BE49-F238E27FC236}">
                <a16:creationId xmlns="" xmlns:a16="http://schemas.microsoft.com/office/drawing/2014/main" id="{E6EEB876-5382-B56F-2136-D31B7128E8C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63220" y="3460818"/>
            <a:ext cx="11465560" cy="3651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3600" b="1" i="0">
                <a:solidFill>
                  <a:srgbClr val="155B4E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es-ES" dirty="0"/>
              <a:t>00 de mes de 2026</a:t>
            </a:r>
          </a:p>
        </p:txBody>
      </p:sp>
      <p:grpSp>
        <p:nvGrpSpPr>
          <p:cNvPr id="13" name="Grupo 12"/>
          <p:cNvGrpSpPr/>
          <p:nvPr userDrawn="1"/>
        </p:nvGrpSpPr>
        <p:grpSpPr>
          <a:xfrm>
            <a:off x="2360284" y="37608"/>
            <a:ext cx="7471430" cy="625409"/>
            <a:chOff x="4728521" y="172626"/>
            <a:chExt cx="7471430" cy="625409"/>
          </a:xfrm>
        </p:grpSpPr>
        <p:grpSp>
          <p:nvGrpSpPr>
            <p:cNvPr id="14" name="Grupo 13">
              <a:extLst>
                <a:ext uri="{FF2B5EF4-FFF2-40B4-BE49-F238E27FC236}">
                  <a16:creationId xmlns="" xmlns:a16="http://schemas.microsoft.com/office/drawing/2014/main" id="{D98B3C4E-0B52-4EFD-1A70-2424FDE5E0D5}"/>
                </a:ext>
              </a:extLst>
            </p:cNvPr>
            <p:cNvGrpSpPr/>
            <p:nvPr userDrawn="1"/>
          </p:nvGrpSpPr>
          <p:grpSpPr>
            <a:xfrm>
              <a:off x="4728521" y="172626"/>
              <a:ext cx="7471430" cy="625409"/>
              <a:chOff x="2208318" y="448874"/>
              <a:chExt cx="9805630" cy="853149"/>
            </a:xfrm>
          </p:grpSpPr>
          <p:pic>
            <p:nvPicPr>
              <p:cNvPr id="19" name="Picture 2">
                <a:extLst>
                  <a:ext uri="{FF2B5EF4-FFF2-40B4-BE49-F238E27FC236}">
                    <a16:creationId xmlns="" xmlns:a16="http://schemas.microsoft.com/office/drawing/2014/main" id="{1764FD60-FAD6-E286-A200-326ABF25F438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08318" y="448874"/>
                <a:ext cx="2159847" cy="8531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4">
                <a:extLst>
                  <a:ext uri="{FF2B5EF4-FFF2-40B4-BE49-F238E27FC236}">
                    <a16:creationId xmlns="" xmlns:a16="http://schemas.microsoft.com/office/drawing/2014/main" id="{234759D2-3CA3-6886-0048-C10FAC134BB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37276" y="672142"/>
                <a:ext cx="2180839" cy="4456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1" name="CuadroTexto 20">
                <a:extLst>
                  <a:ext uri="{FF2B5EF4-FFF2-40B4-BE49-F238E27FC236}">
                    <a16:creationId xmlns="" xmlns:a16="http://schemas.microsoft.com/office/drawing/2014/main" id="{469AA4AE-442D-9254-7A72-B549A4139BB6}"/>
                  </a:ext>
                </a:extLst>
              </p:cNvPr>
              <p:cNvSpPr txBox="1"/>
              <p:nvPr userDrawn="1"/>
            </p:nvSpPr>
            <p:spPr>
              <a:xfrm>
                <a:off x="9006590" y="560558"/>
                <a:ext cx="3007358" cy="629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1200" dirty="0">
                    <a:solidFill>
                      <a:srgbClr val="6E152E"/>
                    </a:solidFill>
                    <a:latin typeface="Patria" pitchFamily="50" charset="0"/>
                  </a:rPr>
                  <a:t>Unidad de Bienestar </a:t>
                </a:r>
              </a:p>
              <a:p>
                <a:pPr algn="ctr"/>
                <a:r>
                  <a:rPr lang="es-MX" sz="1200" dirty="0">
                    <a:solidFill>
                      <a:srgbClr val="6E152E"/>
                    </a:solidFill>
                    <a:latin typeface="Patria" pitchFamily="50" charset="0"/>
                  </a:rPr>
                  <a:t>para el Campo</a:t>
                </a:r>
              </a:p>
            </p:txBody>
          </p:sp>
        </p:grpSp>
        <p:pic>
          <p:nvPicPr>
            <p:cNvPr id="15" name="Imagen 14">
              <a:extLst>
                <a:ext uri="{FF2B5EF4-FFF2-40B4-BE49-F238E27FC236}">
                  <a16:creationId xmlns="" xmlns:a16="http://schemas.microsoft.com/office/drawing/2014/main" id="{FB048FFE-1C24-1234-48FC-BEED936571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42"/>
            <a:stretch/>
          </p:blipFill>
          <p:spPr>
            <a:xfrm>
              <a:off x="8531504" y="231063"/>
              <a:ext cx="1657080" cy="537185"/>
            </a:xfrm>
            <a:prstGeom prst="rect">
              <a:avLst/>
            </a:prstGeom>
          </p:spPr>
        </p:pic>
        <p:pic>
          <p:nvPicPr>
            <p:cNvPr id="16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rcRect l="51990" r="43015"/>
            <a:stretch/>
          </p:blipFill>
          <p:spPr>
            <a:xfrm>
              <a:off x="8421126" y="213817"/>
              <a:ext cx="169333" cy="516316"/>
            </a:xfrm>
            <a:prstGeom prst="rect">
              <a:avLst/>
            </a:prstGeom>
          </p:spPr>
        </p:pic>
        <p:pic>
          <p:nvPicPr>
            <p:cNvPr id="17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rcRect l="51990" r="43015"/>
            <a:stretch/>
          </p:blipFill>
          <p:spPr>
            <a:xfrm>
              <a:off x="6466840" y="227172"/>
              <a:ext cx="169333" cy="516316"/>
            </a:xfrm>
            <a:prstGeom prst="rect">
              <a:avLst/>
            </a:prstGeom>
          </p:spPr>
        </p:pic>
        <p:pic>
          <p:nvPicPr>
            <p:cNvPr id="18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rcRect l="51990" r="43015"/>
            <a:stretch/>
          </p:blipFill>
          <p:spPr>
            <a:xfrm>
              <a:off x="10143104" y="238204"/>
              <a:ext cx="169333" cy="5163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64150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1_Diapositiva de texto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989CE3FC-652B-75A0-7C01-A07C269983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18" y="251901"/>
            <a:ext cx="7349171" cy="884717"/>
          </a:xfrm>
          <a:prstGeom prst="rect">
            <a:avLst/>
          </a:prstGeom>
          <a:noFill/>
        </p:spPr>
        <p:txBody>
          <a:bodyPr/>
          <a:lstStyle>
            <a:lvl1pPr algn="l">
              <a:defRPr sz="4000" b="1" i="0">
                <a:solidFill>
                  <a:srgbClr val="1C3C1E"/>
                </a:solidFill>
                <a:latin typeface="Noto Sans SemiBold" panose="020B0502040504020204" pitchFamily="34" charset="0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s-ES" dirty="0"/>
              <a:t>Título Noto Sans 40 </a:t>
            </a:r>
            <a:r>
              <a:rPr lang="es-ES" dirty="0" err="1"/>
              <a:t>pts</a:t>
            </a:r>
            <a:endParaRPr lang="es-MX" dirty="0"/>
          </a:p>
        </p:txBody>
      </p:sp>
      <p:grpSp>
        <p:nvGrpSpPr>
          <p:cNvPr id="10" name="Grupo 9"/>
          <p:cNvGrpSpPr/>
          <p:nvPr userDrawn="1"/>
        </p:nvGrpSpPr>
        <p:grpSpPr>
          <a:xfrm>
            <a:off x="8010586" y="90831"/>
            <a:ext cx="4293761" cy="437868"/>
            <a:chOff x="8073109" y="231170"/>
            <a:chExt cx="4293761" cy="437868"/>
          </a:xfrm>
        </p:grpSpPr>
        <p:grpSp>
          <p:nvGrpSpPr>
            <p:cNvPr id="11" name="Grupo 10">
              <a:extLst>
                <a:ext uri="{FF2B5EF4-FFF2-40B4-BE49-F238E27FC236}">
                  <a16:creationId xmlns="" xmlns:a16="http://schemas.microsoft.com/office/drawing/2014/main" id="{DF189560-36BF-2FF5-DFCF-1D612BD4CCD6}"/>
                </a:ext>
              </a:extLst>
            </p:cNvPr>
            <p:cNvGrpSpPr/>
            <p:nvPr userDrawn="1"/>
          </p:nvGrpSpPr>
          <p:grpSpPr>
            <a:xfrm>
              <a:off x="8073109" y="282827"/>
              <a:ext cx="4293761" cy="369332"/>
              <a:chOff x="7974253" y="200447"/>
              <a:chExt cx="4293761" cy="369332"/>
            </a:xfrm>
          </p:grpSpPr>
          <p:pic>
            <p:nvPicPr>
              <p:cNvPr id="15" name="Picture 4">
                <a:extLst>
                  <a:ext uri="{FF2B5EF4-FFF2-40B4-BE49-F238E27FC236}">
                    <a16:creationId xmlns="" xmlns:a16="http://schemas.microsoft.com/office/drawing/2014/main" id="{7C2721A3-7AFA-8D7B-F177-EBADE6A0134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74253" y="227385"/>
                <a:ext cx="1525264" cy="33141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" name="CuadroTexto 15">
                <a:extLst>
                  <a:ext uri="{FF2B5EF4-FFF2-40B4-BE49-F238E27FC236}">
                    <a16:creationId xmlns="" xmlns:a16="http://schemas.microsoft.com/office/drawing/2014/main" id="{7B198822-2B9C-7771-ED1A-18AB10C3BADA}"/>
                  </a:ext>
                </a:extLst>
              </p:cNvPr>
              <p:cNvSpPr txBox="1"/>
              <p:nvPr userDrawn="1"/>
            </p:nvSpPr>
            <p:spPr>
              <a:xfrm>
                <a:off x="10554791" y="200447"/>
                <a:ext cx="17132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Unidad de Bienestar </a:t>
                </a:r>
              </a:p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para el Campo</a:t>
                </a:r>
              </a:p>
            </p:txBody>
          </p:sp>
        </p:grpSp>
        <p:pic>
          <p:nvPicPr>
            <p:cNvPr id="12" name="Imagen 11">
              <a:extLst>
                <a:ext uri="{FF2B5EF4-FFF2-40B4-BE49-F238E27FC236}">
                  <a16:creationId xmlns="" xmlns:a16="http://schemas.microsoft.com/office/drawing/2014/main" id="{FB048FFE-1C24-1234-48FC-BEED936571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42"/>
            <a:stretch/>
          </p:blipFill>
          <p:spPr>
            <a:xfrm>
              <a:off x="9643492" y="264718"/>
              <a:ext cx="1247224" cy="404320"/>
            </a:xfrm>
            <a:prstGeom prst="rect">
              <a:avLst/>
            </a:prstGeom>
          </p:spPr>
        </p:pic>
        <p:pic>
          <p:nvPicPr>
            <p:cNvPr id="13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9598373" y="231170"/>
              <a:ext cx="131782" cy="378751"/>
            </a:xfrm>
            <a:prstGeom prst="rect">
              <a:avLst/>
            </a:prstGeom>
          </p:spPr>
        </p:pic>
        <p:pic>
          <p:nvPicPr>
            <p:cNvPr id="14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819683" y="236271"/>
              <a:ext cx="131782" cy="3787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38974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.2_Diapositiva de gráficos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fecha 3">
            <a:extLst>
              <a:ext uri="{FF2B5EF4-FFF2-40B4-BE49-F238E27FC236}">
                <a16:creationId xmlns="" xmlns:a16="http://schemas.microsoft.com/office/drawing/2014/main" id="{406B404F-E77F-8733-93AF-FA175D7BA9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</p:spPr>
        <p:txBody>
          <a:bodyPr/>
          <a:lstStyle>
            <a:lvl1pPr>
              <a:defRPr>
                <a:latin typeface="Noto Sans Medium" panose="020B0502040504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</a:lstStyle>
          <a:p>
            <a:fld id="{62B8DF0E-90BF-EC4E-8934-156187A1162F}" type="datetimeFigureOut">
              <a:rPr lang="es-MX" smtClean="0"/>
              <a:pPr/>
              <a:t>28/08/2026</a:t>
            </a:fld>
            <a:endParaRPr lang="es-MX" dirty="0"/>
          </a:p>
        </p:txBody>
      </p:sp>
      <p:sp>
        <p:nvSpPr>
          <p:cNvPr id="13" name="Marcador de pie de página 4">
            <a:extLst>
              <a:ext uri="{FF2B5EF4-FFF2-40B4-BE49-F238E27FC236}">
                <a16:creationId xmlns="" xmlns:a16="http://schemas.microsoft.com/office/drawing/2014/main" id="{69EB8667-10C4-492C-B408-C1C193C77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</p:spPr>
        <p:txBody>
          <a:bodyPr/>
          <a:lstStyle>
            <a:lvl1pPr>
              <a:defRPr>
                <a:latin typeface="Noto Sans Medium" panose="020B0502040504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</a:lstStyle>
          <a:p>
            <a:endParaRPr lang="es-MX" dirty="0"/>
          </a:p>
        </p:txBody>
      </p:sp>
      <p:sp>
        <p:nvSpPr>
          <p:cNvPr id="14" name="Marcador de número de diapositiva 5">
            <a:extLst>
              <a:ext uri="{FF2B5EF4-FFF2-40B4-BE49-F238E27FC236}">
                <a16:creationId xmlns="" xmlns:a16="http://schemas.microsoft.com/office/drawing/2014/main" id="{2A69FD4B-4B1B-05A0-91F6-1CD6A4DC4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</p:spPr>
        <p:txBody>
          <a:bodyPr/>
          <a:lstStyle>
            <a:lvl1pPr>
              <a:defRPr>
                <a:latin typeface="Noto Sans Medium" panose="020B0502040504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</a:lstStyle>
          <a:p>
            <a:fld id="{C119739B-ACC7-1A4E-906B-A9546BA1AB75}" type="slidenum">
              <a:rPr lang="es-MX" smtClean="0"/>
              <a:pPr/>
              <a:t>‹Nº›</a:t>
            </a:fld>
            <a:endParaRPr lang="es-MX" dirty="0"/>
          </a:p>
        </p:txBody>
      </p:sp>
      <p:sp>
        <p:nvSpPr>
          <p:cNvPr id="17" name="Título 1">
            <a:extLst>
              <a:ext uri="{FF2B5EF4-FFF2-40B4-BE49-F238E27FC236}">
                <a16:creationId xmlns="" xmlns:a16="http://schemas.microsoft.com/office/drawing/2014/main" id="{FFE5E6E7-68E4-D97D-00E8-E6CD0CD7C0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19" y="251901"/>
            <a:ext cx="7211352" cy="884717"/>
          </a:xfrm>
          <a:prstGeom prst="rect">
            <a:avLst/>
          </a:prstGeom>
          <a:noFill/>
        </p:spPr>
        <p:txBody>
          <a:bodyPr/>
          <a:lstStyle>
            <a:lvl1pPr algn="l">
              <a:defRPr sz="4000" b="1" i="0">
                <a:solidFill>
                  <a:srgbClr val="1C3C1E"/>
                </a:solidFill>
                <a:latin typeface="Noto Sans SemiBold" panose="020B0502040504020204" pitchFamily="34" charset="0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s-ES" dirty="0"/>
              <a:t>Título Noto Sans</a:t>
            </a:r>
            <a:endParaRPr lang="es-MX" dirty="0"/>
          </a:p>
        </p:txBody>
      </p:sp>
      <p:grpSp>
        <p:nvGrpSpPr>
          <p:cNvPr id="19" name="Grupo 18"/>
          <p:cNvGrpSpPr/>
          <p:nvPr userDrawn="1"/>
        </p:nvGrpSpPr>
        <p:grpSpPr>
          <a:xfrm>
            <a:off x="8010586" y="90831"/>
            <a:ext cx="4293761" cy="437868"/>
            <a:chOff x="8073109" y="231170"/>
            <a:chExt cx="4293761" cy="437868"/>
          </a:xfrm>
        </p:grpSpPr>
        <p:grpSp>
          <p:nvGrpSpPr>
            <p:cNvPr id="20" name="Grupo 19">
              <a:extLst>
                <a:ext uri="{FF2B5EF4-FFF2-40B4-BE49-F238E27FC236}">
                  <a16:creationId xmlns="" xmlns:a16="http://schemas.microsoft.com/office/drawing/2014/main" id="{DF189560-36BF-2FF5-DFCF-1D612BD4CCD6}"/>
                </a:ext>
              </a:extLst>
            </p:cNvPr>
            <p:cNvGrpSpPr/>
            <p:nvPr userDrawn="1"/>
          </p:nvGrpSpPr>
          <p:grpSpPr>
            <a:xfrm>
              <a:off x="8073109" y="282827"/>
              <a:ext cx="4293761" cy="369332"/>
              <a:chOff x="7974253" y="200447"/>
              <a:chExt cx="4293761" cy="369332"/>
            </a:xfrm>
          </p:grpSpPr>
          <p:pic>
            <p:nvPicPr>
              <p:cNvPr id="24" name="Picture 4">
                <a:extLst>
                  <a:ext uri="{FF2B5EF4-FFF2-40B4-BE49-F238E27FC236}">
                    <a16:creationId xmlns="" xmlns:a16="http://schemas.microsoft.com/office/drawing/2014/main" id="{7C2721A3-7AFA-8D7B-F177-EBADE6A0134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74253" y="227385"/>
                <a:ext cx="1525264" cy="33141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5" name="CuadroTexto 24">
                <a:extLst>
                  <a:ext uri="{FF2B5EF4-FFF2-40B4-BE49-F238E27FC236}">
                    <a16:creationId xmlns="" xmlns:a16="http://schemas.microsoft.com/office/drawing/2014/main" id="{7B198822-2B9C-7771-ED1A-18AB10C3BADA}"/>
                  </a:ext>
                </a:extLst>
              </p:cNvPr>
              <p:cNvSpPr txBox="1"/>
              <p:nvPr userDrawn="1"/>
            </p:nvSpPr>
            <p:spPr>
              <a:xfrm>
                <a:off x="10554791" y="200447"/>
                <a:ext cx="17132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Unidad de Bienestar </a:t>
                </a:r>
              </a:p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para el Campo</a:t>
                </a:r>
              </a:p>
            </p:txBody>
          </p:sp>
        </p:grpSp>
        <p:pic>
          <p:nvPicPr>
            <p:cNvPr id="21" name="Imagen 20">
              <a:extLst>
                <a:ext uri="{FF2B5EF4-FFF2-40B4-BE49-F238E27FC236}">
                  <a16:creationId xmlns="" xmlns:a16="http://schemas.microsoft.com/office/drawing/2014/main" id="{FB048FFE-1C24-1234-48FC-BEED936571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42"/>
            <a:stretch/>
          </p:blipFill>
          <p:spPr>
            <a:xfrm>
              <a:off x="9643492" y="264718"/>
              <a:ext cx="1247224" cy="404320"/>
            </a:xfrm>
            <a:prstGeom prst="rect">
              <a:avLst/>
            </a:prstGeom>
          </p:spPr>
        </p:pic>
        <p:pic>
          <p:nvPicPr>
            <p:cNvPr id="22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9598373" y="231170"/>
              <a:ext cx="131782" cy="378751"/>
            </a:xfrm>
            <a:prstGeom prst="rect">
              <a:avLst/>
            </a:prstGeom>
          </p:spPr>
        </p:pic>
        <p:pic>
          <p:nvPicPr>
            <p:cNvPr id="23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819683" y="236271"/>
              <a:ext cx="131782" cy="3787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4647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3_Título y objetos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">
            <a:extLst>
              <a:ext uri="{FF2B5EF4-FFF2-40B4-BE49-F238E27FC236}">
                <a16:creationId xmlns="" xmlns:a16="http://schemas.microsoft.com/office/drawing/2014/main" id="{98799C87-5C83-10FC-D07B-4C5E9BF519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19" y="251901"/>
            <a:ext cx="7294942" cy="884717"/>
          </a:xfrm>
          <a:prstGeom prst="rect">
            <a:avLst/>
          </a:prstGeom>
          <a:noFill/>
        </p:spPr>
        <p:txBody>
          <a:bodyPr/>
          <a:lstStyle>
            <a:lvl1pPr algn="l">
              <a:defRPr sz="4000" b="1" i="0">
                <a:solidFill>
                  <a:srgbClr val="1C3C1E"/>
                </a:solidFill>
                <a:latin typeface="Noto Sans SemiBold" panose="020B0502040504020204" pitchFamily="34" charset="0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s-ES" dirty="0"/>
              <a:t>Título Noto Sans</a:t>
            </a:r>
            <a:endParaRPr lang="es-MX" dirty="0"/>
          </a:p>
        </p:txBody>
      </p:sp>
      <p:grpSp>
        <p:nvGrpSpPr>
          <p:cNvPr id="16" name="Grupo 15"/>
          <p:cNvGrpSpPr/>
          <p:nvPr userDrawn="1"/>
        </p:nvGrpSpPr>
        <p:grpSpPr>
          <a:xfrm>
            <a:off x="8010586" y="90831"/>
            <a:ext cx="4293761" cy="437868"/>
            <a:chOff x="8073109" y="231170"/>
            <a:chExt cx="4293761" cy="437868"/>
          </a:xfrm>
        </p:grpSpPr>
        <p:grpSp>
          <p:nvGrpSpPr>
            <p:cNvPr id="17" name="Grupo 16">
              <a:extLst>
                <a:ext uri="{FF2B5EF4-FFF2-40B4-BE49-F238E27FC236}">
                  <a16:creationId xmlns="" xmlns:a16="http://schemas.microsoft.com/office/drawing/2014/main" id="{DF189560-36BF-2FF5-DFCF-1D612BD4CCD6}"/>
                </a:ext>
              </a:extLst>
            </p:cNvPr>
            <p:cNvGrpSpPr/>
            <p:nvPr userDrawn="1"/>
          </p:nvGrpSpPr>
          <p:grpSpPr>
            <a:xfrm>
              <a:off x="8073109" y="282827"/>
              <a:ext cx="4293761" cy="369332"/>
              <a:chOff x="7974253" y="200447"/>
              <a:chExt cx="4293761" cy="369332"/>
            </a:xfrm>
          </p:grpSpPr>
          <p:pic>
            <p:nvPicPr>
              <p:cNvPr id="21" name="Picture 4">
                <a:extLst>
                  <a:ext uri="{FF2B5EF4-FFF2-40B4-BE49-F238E27FC236}">
                    <a16:creationId xmlns="" xmlns:a16="http://schemas.microsoft.com/office/drawing/2014/main" id="{7C2721A3-7AFA-8D7B-F177-EBADE6A0134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74253" y="227385"/>
                <a:ext cx="1525264" cy="33141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2" name="CuadroTexto 21">
                <a:extLst>
                  <a:ext uri="{FF2B5EF4-FFF2-40B4-BE49-F238E27FC236}">
                    <a16:creationId xmlns="" xmlns:a16="http://schemas.microsoft.com/office/drawing/2014/main" id="{7B198822-2B9C-7771-ED1A-18AB10C3BADA}"/>
                  </a:ext>
                </a:extLst>
              </p:cNvPr>
              <p:cNvSpPr txBox="1"/>
              <p:nvPr userDrawn="1"/>
            </p:nvSpPr>
            <p:spPr>
              <a:xfrm>
                <a:off x="10554791" y="200447"/>
                <a:ext cx="17132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Unidad de Bienestar </a:t>
                </a:r>
              </a:p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para el Campo</a:t>
                </a:r>
              </a:p>
            </p:txBody>
          </p:sp>
        </p:grpSp>
        <p:pic>
          <p:nvPicPr>
            <p:cNvPr id="18" name="Imagen 17">
              <a:extLst>
                <a:ext uri="{FF2B5EF4-FFF2-40B4-BE49-F238E27FC236}">
                  <a16:creationId xmlns="" xmlns:a16="http://schemas.microsoft.com/office/drawing/2014/main" id="{FB048FFE-1C24-1234-48FC-BEED936571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42"/>
            <a:stretch/>
          </p:blipFill>
          <p:spPr>
            <a:xfrm>
              <a:off x="9643492" y="264718"/>
              <a:ext cx="1247224" cy="404320"/>
            </a:xfrm>
            <a:prstGeom prst="rect">
              <a:avLst/>
            </a:prstGeom>
          </p:spPr>
        </p:pic>
        <p:pic>
          <p:nvPicPr>
            <p:cNvPr id="19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9598373" y="231170"/>
              <a:ext cx="131782" cy="378751"/>
            </a:xfrm>
            <a:prstGeom prst="rect">
              <a:avLst/>
            </a:prstGeom>
          </p:spPr>
        </p:pic>
        <p:pic>
          <p:nvPicPr>
            <p:cNvPr id="20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819683" y="236271"/>
              <a:ext cx="131782" cy="3787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65365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4_Título y objetos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>
            <a:extLst>
              <a:ext uri="{FF2B5EF4-FFF2-40B4-BE49-F238E27FC236}">
                <a16:creationId xmlns="" xmlns:a16="http://schemas.microsoft.com/office/drawing/2014/main" id="{3ECA7C1E-9036-8A05-C2CE-BF4F3ED105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18" y="251901"/>
            <a:ext cx="7349171" cy="884717"/>
          </a:xfrm>
          <a:prstGeom prst="rect">
            <a:avLst/>
          </a:prstGeom>
          <a:noFill/>
        </p:spPr>
        <p:txBody>
          <a:bodyPr/>
          <a:lstStyle>
            <a:lvl1pPr algn="l">
              <a:defRPr sz="4000" b="1" i="0">
                <a:solidFill>
                  <a:srgbClr val="1C3C1E"/>
                </a:solidFill>
                <a:latin typeface="Noto Sans SemiBold" panose="020B0502040504020204" pitchFamily="34" charset="0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s-ES" dirty="0"/>
              <a:t>Título Noto Sans</a:t>
            </a:r>
            <a:endParaRPr lang="es-MX" dirty="0"/>
          </a:p>
        </p:txBody>
      </p:sp>
      <p:grpSp>
        <p:nvGrpSpPr>
          <p:cNvPr id="16" name="Grupo 15"/>
          <p:cNvGrpSpPr/>
          <p:nvPr userDrawn="1"/>
        </p:nvGrpSpPr>
        <p:grpSpPr>
          <a:xfrm>
            <a:off x="8010586" y="90831"/>
            <a:ext cx="4293761" cy="437868"/>
            <a:chOff x="8073109" y="231170"/>
            <a:chExt cx="4293761" cy="437868"/>
          </a:xfrm>
        </p:grpSpPr>
        <p:grpSp>
          <p:nvGrpSpPr>
            <p:cNvPr id="17" name="Grupo 16">
              <a:extLst>
                <a:ext uri="{FF2B5EF4-FFF2-40B4-BE49-F238E27FC236}">
                  <a16:creationId xmlns="" xmlns:a16="http://schemas.microsoft.com/office/drawing/2014/main" id="{DF189560-36BF-2FF5-DFCF-1D612BD4CCD6}"/>
                </a:ext>
              </a:extLst>
            </p:cNvPr>
            <p:cNvGrpSpPr/>
            <p:nvPr userDrawn="1"/>
          </p:nvGrpSpPr>
          <p:grpSpPr>
            <a:xfrm>
              <a:off x="8073109" y="282827"/>
              <a:ext cx="4293761" cy="369332"/>
              <a:chOff x="7974253" y="200447"/>
              <a:chExt cx="4293761" cy="369332"/>
            </a:xfrm>
          </p:grpSpPr>
          <p:pic>
            <p:nvPicPr>
              <p:cNvPr id="21" name="Picture 4">
                <a:extLst>
                  <a:ext uri="{FF2B5EF4-FFF2-40B4-BE49-F238E27FC236}">
                    <a16:creationId xmlns="" xmlns:a16="http://schemas.microsoft.com/office/drawing/2014/main" id="{7C2721A3-7AFA-8D7B-F177-EBADE6A0134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74253" y="227385"/>
                <a:ext cx="1525264" cy="33141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2" name="CuadroTexto 21">
                <a:extLst>
                  <a:ext uri="{FF2B5EF4-FFF2-40B4-BE49-F238E27FC236}">
                    <a16:creationId xmlns="" xmlns:a16="http://schemas.microsoft.com/office/drawing/2014/main" id="{7B198822-2B9C-7771-ED1A-18AB10C3BADA}"/>
                  </a:ext>
                </a:extLst>
              </p:cNvPr>
              <p:cNvSpPr txBox="1"/>
              <p:nvPr userDrawn="1"/>
            </p:nvSpPr>
            <p:spPr>
              <a:xfrm>
                <a:off x="10554791" y="200447"/>
                <a:ext cx="17132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Unidad de Bienestar </a:t>
                </a:r>
              </a:p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para el Campo</a:t>
                </a:r>
              </a:p>
            </p:txBody>
          </p:sp>
        </p:grpSp>
        <p:pic>
          <p:nvPicPr>
            <p:cNvPr id="18" name="Imagen 17">
              <a:extLst>
                <a:ext uri="{FF2B5EF4-FFF2-40B4-BE49-F238E27FC236}">
                  <a16:creationId xmlns="" xmlns:a16="http://schemas.microsoft.com/office/drawing/2014/main" id="{FB048FFE-1C24-1234-48FC-BEED936571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42"/>
            <a:stretch/>
          </p:blipFill>
          <p:spPr>
            <a:xfrm>
              <a:off x="9643492" y="264718"/>
              <a:ext cx="1247224" cy="404320"/>
            </a:xfrm>
            <a:prstGeom prst="rect">
              <a:avLst/>
            </a:prstGeom>
          </p:spPr>
        </p:pic>
        <p:pic>
          <p:nvPicPr>
            <p:cNvPr id="19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9598373" y="231170"/>
              <a:ext cx="131782" cy="378751"/>
            </a:xfrm>
            <a:prstGeom prst="rect">
              <a:avLst/>
            </a:prstGeom>
          </p:spPr>
        </p:pic>
        <p:pic>
          <p:nvPicPr>
            <p:cNvPr id="20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819683" y="236271"/>
              <a:ext cx="131782" cy="3787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38441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.1_Diapositiva de texto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>
            <a:extLst>
              <a:ext uri="{FF2B5EF4-FFF2-40B4-BE49-F238E27FC236}">
                <a16:creationId xmlns="" xmlns:a16="http://schemas.microsoft.com/office/drawing/2014/main" id="{2A5BE417-A1AA-C27A-1625-26B6234DC9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19" y="251901"/>
            <a:ext cx="7294942" cy="884717"/>
          </a:xfrm>
          <a:prstGeom prst="rect">
            <a:avLst/>
          </a:prstGeom>
          <a:noFill/>
        </p:spPr>
        <p:txBody>
          <a:bodyPr/>
          <a:lstStyle>
            <a:lvl1pPr algn="l">
              <a:defRPr sz="4000" b="1" i="0">
                <a:solidFill>
                  <a:srgbClr val="6E152E"/>
                </a:solidFill>
                <a:latin typeface="Noto Sans SemiBold" panose="020B0502040504020204" pitchFamily="34" charset="0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s-ES" dirty="0"/>
              <a:t>Título Noto Sans</a:t>
            </a:r>
            <a:endParaRPr lang="es-MX" dirty="0"/>
          </a:p>
        </p:txBody>
      </p:sp>
      <p:grpSp>
        <p:nvGrpSpPr>
          <p:cNvPr id="16" name="Grupo 15"/>
          <p:cNvGrpSpPr/>
          <p:nvPr userDrawn="1"/>
        </p:nvGrpSpPr>
        <p:grpSpPr>
          <a:xfrm>
            <a:off x="8010586" y="90831"/>
            <a:ext cx="4293761" cy="437868"/>
            <a:chOff x="8073109" y="231170"/>
            <a:chExt cx="4293761" cy="437868"/>
          </a:xfrm>
        </p:grpSpPr>
        <p:grpSp>
          <p:nvGrpSpPr>
            <p:cNvPr id="17" name="Grupo 16">
              <a:extLst>
                <a:ext uri="{FF2B5EF4-FFF2-40B4-BE49-F238E27FC236}">
                  <a16:creationId xmlns="" xmlns:a16="http://schemas.microsoft.com/office/drawing/2014/main" id="{DF189560-36BF-2FF5-DFCF-1D612BD4CCD6}"/>
                </a:ext>
              </a:extLst>
            </p:cNvPr>
            <p:cNvGrpSpPr/>
            <p:nvPr userDrawn="1"/>
          </p:nvGrpSpPr>
          <p:grpSpPr>
            <a:xfrm>
              <a:off x="8073109" y="282827"/>
              <a:ext cx="4293761" cy="369332"/>
              <a:chOff x="7974253" y="200447"/>
              <a:chExt cx="4293761" cy="369332"/>
            </a:xfrm>
          </p:grpSpPr>
          <p:pic>
            <p:nvPicPr>
              <p:cNvPr id="21" name="Picture 4">
                <a:extLst>
                  <a:ext uri="{FF2B5EF4-FFF2-40B4-BE49-F238E27FC236}">
                    <a16:creationId xmlns="" xmlns:a16="http://schemas.microsoft.com/office/drawing/2014/main" id="{7C2721A3-7AFA-8D7B-F177-EBADE6A0134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74253" y="227385"/>
                <a:ext cx="1525264" cy="33141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2" name="CuadroTexto 21">
                <a:extLst>
                  <a:ext uri="{FF2B5EF4-FFF2-40B4-BE49-F238E27FC236}">
                    <a16:creationId xmlns="" xmlns:a16="http://schemas.microsoft.com/office/drawing/2014/main" id="{7B198822-2B9C-7771-ED1A-18AB10C3BADA}"/>
                  </a:ext>
                </a:extLst>
              </p:cNvPr>
              <p:cNvSpPr txBox="1"/>
              <p:nvPr userDrawn="1"/>
            </p:nvSpPr>
            <p:spPr>
              <a:xfrm>
                <a:off x="10554791" y="200447"/>
                <a:ext cx="17132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Unidad de Bienestar </a:t>
                </a:r>
              </a:p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para el Campo</a:t>
                </a:r>
              </a:p>
            </p:txBody>
          </p:sp>
        </p:grpSp>
        <p:pic>
          <p:nvPicPr>
            <p:cNvPr id="18" name="Imagen 17">
              <a:extLst>
                <a:ext uri="{FF2B5EF4-FFF2-40B4-BE49-F238E27FC236}">
                  <a16:creationId xmlns="" xmlns:a16="http://schemas.microsoft.com/office/drawing/2014/main" id="{FB048FFE-1C24-1234-48FC-BEED936571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42"/>
            <a:stretch/>
          </p:blipFill>
          <p:spPr>
            <a:xfrm>
              <a:off x="9643492" y="264718"/>
              <a:ext cx="1247224" cy="404320"/>
            </a:xfrm>
            <a:prstGeom prst="rect">
              <a:avLst/>
            </a:prstGeom>
          </p:spPr>
        </p:pic>
        <p:pic>
          <p:nvPicPr>
            <p:cNvPr id="19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9598373" y="231170"/>
              <a:ext cx="131782" cy="378751"/>
            </a:xfrm>
            <a:prstGeom prst="rect">
              <a:avLst/>
            </a:prstGeom>
          </p:spPr>
        </p:pic>
        <p:pic>
          <p:nvPicPr>
            <p:cNvPr id="20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819683" y="236271"/>
              <a:ext cx="131782" cy="3787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380248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.2._Diapositiva de gráficos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fecha 3">
            <a:extLst>
              <a:ext uri="{FF2B5EF4-FFF2-40B4-BE49-F238E27FC236}">
                <a16:creationId xmlns="" xmlns:a16="http://schemas.microsoft.com/office/drawing/2014/main" id="{33049571-67D9-7C4A-95BE-A794414456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</p:spPr>
        <p:txBody>
          <a:bodyPr/>
          <a:lstStyle>
            <a:lvl1pPr>
              <a:defRPr>
                <a:latin typeface="Noto Sans Medium" panose="020B0502040504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</a:lstStyle>
          <a:p>
            <a:fld id="{62B8DF0E-90BF-EC4E-8934-156187A1162F}" type="datetimeFigureOut">
              <a:rPr lang="es-MX" smtClean="0"/>
              <a:pPr/>
              <a:t>28/08/2026</a:t>
            </a:fld>
            <a:endParaRPr lang="es-MX" dirty="0"/>
          </a:p>
        </p:txBody>
      </p:sp>
      <p:sp>
        <p:nvSpPr>
          <p:cNvPr id="10" name="Marcador de pie de página 4">
            <a:extLst>
              <a:ext uri="{FF2B5EF4-FFF2-40B4-BE49-F238E27FC236}">
                <a16:creationId xmlns="" xmlns:a16="http://schemas.microsoft.com/office/drawing/2014/main" id="{4666AA57-9D0D-3640-9528-8B3DEDC6C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</p:spPr>
        <p:txBody>
          <a:bodyPr/>
          <a:lstStyle>
            <a:lvl1pPr>
              <a:defRPr>
                <a:latin typeface="Noto Sans Medium" panose="020B0502040504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</a:lstStyle>
          <a:p>
            <a:endParaRPr lang="es-MX" dirty="0"/>
          </a:p>
        </p:txBody>
      </p:sp>
      <p:sp>
        <p:nvSpPr>
          <p:cNvPr id="11" name="Marcador de número de diapositiva 5">
            <a:extLst>
              <a:ext uri="{FF2B5EF4-FFF2-40B4-BE49-F238E27FC236}">
                <a16:creationId xmlns="" xmlns:a16="http://schemas.microsoft.com/office/drawing/2014/main" id="{BFB13A88-D95D-D640-A28D-F449DDA4C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</p:spPr>
        <p:txBody>
          <a:bodyPr/>
          <a:lstStyle>
            <a:lvl1pPr>
              <a:defRPr>
                <a:latin typeface="Noto Sans Medium" panose="020B0502040504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</a:lstStyle>
          <a:p>
            <a:fld id="{C119739B-ACC7-1A4E-906B-A9546BA1AB75}" type="slidenum">
              <a:rPr lang="es-MX" smtClean="0"/>
              <a:pPr/>
              <a:t>‹Nº›</a:t>
            </a:fld>
            <a:endParaRPr lang="es-MX" dirty="0"/>
          </a:p>
        </p:txBody>
      </p:sp>
      <p:sp>
        <p:nvSpPr>
          <p:cNvPr id="5" name="Título 1">
            <a:extLst>
              <a:ext uri="{FF2B5EF4-FFF2-40B4-BE49-F238E27FC236}">
                <a16:creationId xmlns="" xmlns:a16="http://schemas.microsoft.com/office/drawing/2014/main" id="{4C660459-0224-1559-3746-BE3FFCF275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19" y="251901"/>
            <a:ext cx="7294942" cy="884717"/>
          </a:xfrm>
          <a:prstGeom prst="rect">
            <a:avLst/>
          </a:prstGeom>
          <a:noFill/>
        </p:spPr>
        <p:txBody>
          <a:bodyPr/>
          <a:lstStyle>
            <a:lvl1pPr algn="l">
              <a:defRPr sz="4000" b="1" i="0">
                <a:solidFill>
                  <a:srgbClr val="6E152E"/>
                </a:solidFill>
                <a:latin typeface="Noto Sans SemiBold" panose="020B0502040504020204" pitchFamily="34" charset="0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s-ES" dirty="0"/>
              <a:t>Título Noto Sans</a:t>
            </a:r>
            <a:endParaRPr lang="es-MX" dirty="0"/>
          </a:p>
        </p:txBody>
      </p:sp>
      <p:grpSp>
        <p:nvGrpSpPr>
          <p:cNvPr id="19" name="Grupo 18"/>
          <p:cNvGrpSpPr/>
          <p:nvPr userDrawn="1"/>
        </p:nvGrpSpPr>
        <p:grpSpPr>
          <a:xfrm>
            <a:off x="8010586" y="90831"/>
            <a:ext cx="4293761" cy="437868"/>
            <a:chOff x="8073109" y="231170"/>
            <a:chExt cx="4293761" cy="437868"/>
          </a:xfrm>
        </p:grpSpPr>
        <p:grpSp>
          <p:nvGrpSpPr>
            <p:cNvPr id="20" name="Grupo 19">
              <a:extLst>
                <a:ext uri="{FF2B5EF4-FFF2-40B4-BE49-F238E27FC236}">
                  <a16:creationId xmlns="" xmlns:a16="http://schemas.microsoft.com/office/drawing/2014/main" id="{DF189560-36BF-2FF5-DFCF-1D612BD4CCD6}"/>
                </a:ext>
              </a:extLst>
            </p:cNvPr>
            <p:cNvGrpSpPr/>
            <p:nvPr userDrawn="1"/>
          </p:nvGrpSpPr>
          <p:grpSpPr>
            <a:xfrm>
              <a:off x="8073109" y="282827"/>
              <a:ext cx="4293761" cy="369332"/>
              <a:chOff x="7974253" y="200447"/>
              <a:chExt cx="4293761" cy="369332"/>
            </a:xfrm>
          </p:grpSpPr>
          <p:pic>
            <p:nvPicPr>
              <p:cNvPr id="24" name="Picture 4">
                <a:extLst>
                  <a:ext uri="{FF2B5EF4-FFF2-40B4-BE49-F238E27FC236}">
                    <a16:creationId xmlns="" xmlns:a16="http://schemas.microsoft.com/office/drawing/2014/main" id="{7C2721A3-7AFA-8D7B-F177-EBADE6A0134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74253" y="227385"/>
                <a:ext cx="1525264" cy="33141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5" name="CuadroTexto 24">
                <a:extLst>
                  <a:ext uri="{FF2B5EF4-FFF2-40B4-BE49-F238E27FC236}">
                    <a16:creationId xmlns="" xmlns:a16="http://schemas.microsoft.com/office/drawing/2014/main" id="{7B198822-2B9C-7771-ED1A-18AB10C3BADA}"/>
                  </a:ext>
                </a:extLst>
              </p:cNvPr>
              <p:cNvSpPr txBox="1"/>
              <p:nvPr userDrawn="1"/>
            </p:nvSpPr>
            <p:spPr>
              <a:xfrm>
                <a:off x="10554791" y="200447"/>
                <a:ext cx="17132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Unidad de Bienestar </a:t>
                </a:r>
              </a:p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para el Campo</a:t>
                </a:r>
              </a:p>
            </p:txBody>
          </p:sp>
        </p:grpSp>
        <p:pic>
          <p:nvPicPr>
            <p:cNvPr id="21" name="Imagen 20">
              <a:extLst>
                <a:ext uri="{FF2B5EF4-FFF2-40B4-BE49-F238E27FC236}">
                  <a16:creationId xmlns="" xmlns:a16="http://schemas.microsoft.com/office/drawing/2014/main" id="{FB048FFE-1C24-1234-48FC-BEED936571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42"/>
            <a:stretch/>
          </p:blipFill>
          <p:spPr>
            <a:xfrm>
              <a:off x="9643492" y="264718"/>
              <a:ext cx="1247224" cy="404320"/>
            </a:xfrm>
            <a:prstGeom prst="rect">
              <a:avLst/>
            </a:prstGeom>
          </p:spPr>
        </p:pic>
        <p:pic>
          <p:nvPicPr>
            <p:cNvPr id="22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9598373" y="231170"/>
              <a:ext cx="131782" cy="378751"/>
            </a:xfrm>
            <a:prstGeom prst="rect">
              <a:avLst/>
            </a:prstGeom>
          </p:spPr>
        </p:pic>
        <p:pic>
          <p:nvPicPr>
            <p:cNvPr id="23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819683" y="236271"/>
              <a:ext cx="131782" cy="3787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330861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.3_Diapositiva de gráficos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="" xmlns:a16="http://schemas.microsoft.com/office/drawing/2014/main" id="{28668712-BADA-D222-E0E1-9D1819CBE0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19" y="251901"/>
            <a:ext cx="7294942" cy="884717"/>
          </a:xfrm>
          <a:prstGeom prst="rect">
            <a:avLst/>
          </a:prstGeom>
          <a:noFill/>
        </p:spPr>
        <p:txBody>
          <a:bodyPr/>
          <a:lstStyle>
            <a:lvl1pPr algn="l">
              <a:defRPr sz="4000" b="1" i="0">
                <a:solidFill>
                  <a:srgbClr val="6E152E"/>
                </a:solidFill>
                <a:latin typeface="Noto Sans SemiBold" panose="020B0502040504020204" pitchFamily="34" charset="0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s-ES" dirty="0"/>
              <a:t>Título Noto Sans</a:t>
            </a:r>
            <a:endParaRPr lang="es-MX" dirty="0"/>
          </a:p>
        </p:txBody>
      </p:sp>
      <p:grpSp>
        <p:nvGrpSpPr>
          <p:cNvPr id="16" name="Grupo 15"/>
          <p:cNvGrpSpPr/>
          <p:nvPr userDrawn="1"/>
        </p:nvGrpSpPr>
        <p:grpSpPr>
          <a:xfrm>
            <a:off x="8010586" y="90831"/>
            <a:ext cx="4293761" cy="437868"/>
            <a:chOff x="8073109" y="231170"/>
            <a:chExt cx="4293761" cy="437868"/>
          </a:xfrm>
        </p:grpSpPr>
        <p:grpSp>
          <p:nvGrpSpPr>
            <p:cNvPr id="17" name="Grupo 16">
              <a:extLst>
                <a:ext uri="{FF2B5EF4-FFF2-40B4-BE49-F238E27FC236}">
                  <a16:creationId xmlns="" xmlns:a16="http://schemas.microsoft.com/office/drawing/2014/main" id="{DF189560-36BF-2FF5-DFCF-1D612BD4CCD6}"/>
                </a:ext>
              </a:extLst>
            </p:cNvPr>
            <p:cNvGrpSpPr/>
            <p:nvPr userDrawn="1"/>
          </p:nvGrpSpPr>
          <p:grpSpPr>
            <a:xfrm>
              <a:off x="8073109" y="282827"/>
              <a:ext cx="4293761" cy="369332"/>
              <a:chOff x="7974253" y="200447"/>
              <a:chExt cx="4293761" cy="369332"/>
            </a:xfrm>
          </p:grpSpPr>
          <p:pic>
            <p:nvPicPr>
              <p:cNvPr id="21" name="Picture 4">
                <a:extLst>
                  <a:ext uri="{FF2B5EF4-FFF2-40B4-BE49-F238E27FC236}">
                    <a16:creationId xmlns="" xmlns:a16="http://schemas.microsoft.com/office/drawing/2014/main" id="{7C2721A3-7AFA-8D7B-F177-EBADE6A0134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74253" y="227385"/>
                <a:ext cx="1525264" cy="33141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2" name="CuadroTexto 21">
                <a:extLst>
                  <a:ext uri="{FF2B5EF4-FFF2-40B4-BE49-F238E27FC236}">
                    <a16:creationId xmlns="" xmlns:a16="http://schemas.microsoft.com/office/drawing/2014/main" id="{7B198822-2B9C-7771-ED1A-18AB10C3BADA}"/>
                  </a:ext>
                </a:extLst>
              </p:cNvPr>
              <p:cNvSpPr txBox="1"/>
              <p:nvPr userDrawn="1"/>
            </p:nvSpPr>
            <p:spPr>
              <a:xfrm>
                <a:off x="10554791" y="200447"/>
                <a:ext cx="17132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Unidad de Bienestar </a:t>
                </a:r>
              </a:p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para el Campo</a:t>
                </a:r>
              </a:p>
            </p:txBody>
          </p:sp>
        </p:grpSp>
        <p:pic>
          <p:nvPicPr>
            <p:cNvPr id="18" name="Imagen 17">
              <a:extLst>
                <a:ext uri="{FF2B5EF4-FFF2-40B4-BE49-F238E27FC236}">
                  <a16:creationId xmlns="" xmlns:a16="http://schemas.microsoft.com/office/drawing/2014/main" id="{FB048FFE-1C24-1234-48FC-BEED936571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42"/>
            <a:stretch/>
          </p:blipFill>
          <p:spPr>
            <a:xfrm>
              <a:off x="9643492" y="264718"/>
              <a:ext cx="1247224" cy="404320"/>
            </a:xfrm>
            <a:prstGeom prst="rect">
              <a:avLst/>
            </a:prstGeom>
          </p:spPr>
        </p:pic>
        <p:pic>
          <p:nvPicPr>
            <p:cNvPr id="19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9598373" y="231170"/>
              <a:ext cx="131782" cy="378751"/>
            </a:xfrm>
            <a:prstGeom prst="rect">
              <a:avLst/>
            </a:prstGeom>
          </p:spPr>
        </p:pic>
        <p:pic>
          <p:nvPicPr>
            <p:cNvPr id="20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819683" y="236271"/>
              <a:ext cx="131782" cy="3787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105775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.4_Diapositiva de gráficos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">
            <a:extLst>
              <a:ext uri="{FF2B5EF4-FFF2-40B4-BE49-F238E27FC236}">
                <a16:creationId xmlns="" xmlns:a16="http://schemas.microsoft.com/office/drawing/2014/main" id="{6D14262A-6E69-6325-287E-2514CF5BE8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19" y="251901"/>
            <a:ext cx="7294942" cy="884717"/>
          </a:xfrm>
          <a:prstGeom prst="rect">
            <a:avLst/>
          </a:prstGeom>
          <a:noFill/>
        </p:spPr>
        <p:txBody>
          <a:bodyPr/>
          <a:lstStyle>
            <a:lvl1pPr algn="l">
              <a:defRPr sz="4000" b="1" i="0">
                <a:solidFill>
                  <a:srgbClr val="6E152E"/>
                </a:solidFill>
                <a:latin typeface="Noto Sans SemiBold" panose="020B0502040504020204" pitchFamily="34" charset="0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s-ES" dirty="0"/>
              <a:t>Título Noto Sans</a:t>
            </a:r>
            <a:endParaRPr lang="es-MX" dirty="0"/>
          </a:p>
        </p:txBody>
      </p:sp>
      <p:grpSp>
        <p:nvGrpSpPr>
          <p:cNvPr id="2" name="Grupo 1"/>
          <p:cNvGrpSpPr/>
          <p:nvPr userDrawn="1"/>
        </p:nvGrpSpPr>
        <p:grpSpPr>
          <a:xfrm>
            <a:off x="8010586" y="90831"/>
            <a:ext cx="4293761" cy="437868"/>
            <a:chOff x="8073109" y="231170"/>
            <a:chExt cx="4293761" cy="437868"/>
          </a:xfrm>
        </p:grpSpPr>
        <p:grpSp>
          <p:nvGrpSpPr>
            <p:cNvPr id="8" name="Grupo 7">
              <a:extLst>
                <a:ext uri="{FF2B5EF4-FFF2-40B4-BE49-F238E27FC236}">
                  <a16:creationId xmlns="" xmlns:a16="http://schemas.microsoft.com/office/drawing/2014/main" id="{DF189560-36BF-2FF5-DFCF-1D612BD4CCD6}"/>
                </a:ext>
              </a:extLst>
            </p:cNvPr>
            <p:cNvGrpSpPr/>
            <p:nvPr userDrawn="1"/>
          </p:nvGrpSpPr>
          <p:grpSpPr>
            <a:xfrm>
              <a:off x="8073109" y="282827"/>
              <a:ext cx="4293761" cy="369332"/>
              <a:chOff x="7974253" y="200447"/>
              <a:chExt cx="4293761" cy="369332"/>
            </a:xfrm>
          </p:grpSpPr>
          <p:pic>
            <p:nvPicPr>
              <p:cNvPr id="9" name="Picture 4">
                <a:extLst>
                  <a:ext uri="{FF2B5EF4-FFF2-40B4-BE49-F238E27FC236}">
                    <a16:creationId xmlns="" xmlns:a16="http://schemas.microsoft.com/office/drawing/2014/main" id="{7C2721A3-7AFA-8D7B-F177-EBADE6A0134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74253" y="227385"/>
                <a:ext cx="1525264" cy="33141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1" name="CuadroTexto 10">
                <a:extLst>
                  <a:ext uri="{FF2B5EF4-FFF2-40B4-BE49-F238E27FC236}">
                    <a16:creationId xmlns="" xmlns:a16="http://schemas.microsoft.com/office/drawing/2014/main" id="{7B198822-2B9C-7771-ED1A-18AB10C3BADA}"/>
                  </a:ext>
                </a:extLst>
              </p:cNvPr>
              <p:cNvSpPr txBox="1"/>
              <p:nvPr userDrawn="1"/>
            </p:nvSpPr>
            <p:spPr>
              <a:xfrm>
                <a:off x="10554791" y="200447"/>
                <a:ext cx="17132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Unidad de Bienestar </a:t>
                </a:r>
              </a:p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para el Campo</a:t>
                </a:r>
              </a:p>
            </p:txBody>
          </p:sp>
        </p:grpSp>
        <p:pic>
          <p:nvPicPr>
            <p:cNvPr id="16" name="Imagen 15">
              <a:extLst>
                <a:ext uri="{FF2B5EF4-FFF2-40B4-BE49-F238E27FC236}">
                  <a16:creationId xmlns="" xmlns:a16="http://schemas.microsoft.com/office/drawing/2014/main" id="{FB048FFE-1C24-1234-48FC-BEED936571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42"/>
            <a:stretch/>
          </p:blipFill>
          <p:spPr>
            <a:xfrm>
              <a:off x="9643492" y="264718"/>
              <a:ext cx="1247224" cy="404320"/>
            </a:xfrm>
            <a:prstGeom prst="rect">
              <a:avLst/>
            </a:prstGeom>
          </p:spPr>
        </p:pic>
        <p:pic>
          <p:nvPicPr>
            <p:cNvPr id="17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9598373" y="231170"/>
              <a:ext cx="131782" cy="378751"/>
            </a:xfrm>
            <a:prstGeom prst="rect">
              <a:avLst/>
            </a:prstGeom>
          </p:spPr>
        </p:pic>
        <p:pic>
          <p:nvPicPr>
            <p:cNvPr id="19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819683" y="236271"/>
              <a:ext cx="131782" cy="3787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00216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.1_Inicio de Capítulo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65FA3155-C2F3-281E-9E5D-2F820D82BE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8646" y="2660932"/>
            <a:ext cx="7509213" cy="718467"/>
          </a:xfrm>
          <a:prstGeom prst="rect">
            <a:avLst/>
          </a:prstGeom>
          <a:noFill/>
        </p:spPr>
        <p:txBody>
          <a:bodyPr/>
          <a:lstStyle>
            <a:lvl1pPr algn="l">
              <a:defRPr b="1" i="0">
                <a:solidFill>
                  <a:schemeClr val="bg1"/>
                </a:solidFill>
                <a:latin typeface="Patria" pitchFamily="50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es-ES" dirty="0"/>
              <a:t>Título Noto Sans </a:t>
            </a:r>
            <a:r>
              <a:rPr lang="es-ES" dirty="0" smtClean="0"/>
              <a:t>1</a:t>
            </a:r>
            <a:endParaRPr lang="es-MX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28B2827E-6486-DF36-8A80-966B09CF70BA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390"/>
          <a:stretch/>
        </p:blipFill>
        <p:spPr bwMode="auto">
          <a:xfrm>
            <a:off x="9144468" y="130212"/>
            <a:ext cx="617599" cy="561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áfico 10">
            <a:extLst>
              <a:ext uri="{FF2B5EF4-FFF2-40B4-BE49-F238E27FC236}">
                <a16:creationId xmlns:a16="http://schemas.microsoft.com/office/drawing/2014/main" xmlns="" id="{6B290337-D774-812F-D5D0-5F9171A36F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56663"/>
          <a:stretch/>
        </p:blipFill>
        <p:spPr>
          <a:xfrm>
            <a:off x="9666946" y="-130512"/>
            <a:ext cx="2335487" cy="875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1938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.2_Inicio de Capítulo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="" xmlns:a16="http://schemas.microsoft.com/office/drawing/2014/main" id="{65FA3155-C2F3-281E-9E5D-2F820D82BE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28646" y="2660932"/>
            <a:ext cx="7509213" cy="718467"/>
          </a:xfrm>
          <a:prstGeom prst="rect">
            <a:avLst/>
          </a:prstGeom>
          <a:noFill/>
        </p:spPr>
        <p:txBody>
          <a:bodyPr/>
          <a:lstStyle>
            <a:lvl1pPr algn="l">
              <a:defRPr b="1" i="0">
                <a:solidFill>
                  <a:schemeClr val="bg1"/>
                </a:solidFill>
                <a:latin typeface="Patria" pitchFamily="50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es-ES" dirty="0"/>
              <a:t>Título Noto Sans </a:t>
            </a:r>
            <a:r>
              <a:rPr lang="es-ES" dirty="0" smtClean="0"/>
              <a:t>1</a:t>
            </a:r>
            <a:endParaRPr lang="es-MX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xmlns="" id="{28B2827E-6486-DF36-8A80-966B09CF70BA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390"/>
          <a:stretch/>
        </p:blipFill>
        <p:spPr bwMode="auto">
          <a:xfrm>
            <a:off x="9144468" y="130212"/>
            <a:ext cx="617599" cy="561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áfico 10">
            <a:extLst>
              <a:ext uri="{FF2B5EF4-FFF2-40B4-BE49-F238E27FC236}">
                <a16:creationId xmlns:a16="http://schemas.microsoft.com/office/drawing/2014/main" xmlns="" id="{6B290337-D774-812F-D5D0-5F9171A36F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rcRect l="56663"/>
          <a:stretch/>
        </p:blipFill>
        <p:spPr>
          <a:xfrm>
            <a:off x="9666946" y="-130512"/>
            <a:ext cx="2335487" cy="875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4973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.3_Inicio de Capítulo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4">
            <a:extLst>
              <a:ext uri="{FF2B5EF4-FFF2-40B4-BE49-F238E27FC236}">
                <a16:creationId xmlns="" xmlns:a16="http://schemas.microsoft.com/office/drawing/2014/main" id="{28B2827E-6486-DF36-8A80-966B09CF70B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468" y="130212"/>
            <a:ext cx="2857965" cy="561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ítulo 1">
            <a:extLst>
              <a:ext uri="{FF2B5EF4-FFF2-40B4-BE49-F238E27FC236}">
                <a16:creationId xmlns="" xmlns:a16="http://schemas.microsoft.com/office/drawing/2014/main" id="{65FA3155-C2F3-281E-9E5D-2F820D82BE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64048" y="1918298"/>
            <a:ext cx="8813509" cy="718467"/>
          </a:xfrm>
          <a:prstGeom prst="rect">
            <a:avLst/>
          </a:prstGeom>
          <a:noFill/>
        </p:spPr>
        <p:txBody>
          <a:bodyPr/>
          <a:lstStyle>
            <a:lvl1pPr algn="l">
              <a:defRPr sz="4800" b="1" i="0">
                <a:solidFill>
                  <a:srgbClr val="6E152E"/>
                </a:solidFill>
                <a:latin typeface="Patria" pitchFamily="50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es-ES" dirty="0"/>
              <a:t>Título Noto Sans </a:t>
            </a:r>
            <a:r>
              <a:rPr lang="es-ES" dirty="0" smtClean="0"/>
              <a:t>1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50278727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1.2_Diapositiva de gráficos">
    <p:bg>
      <p:bgPr>
        <a:blipFill dpi="0" rotWithShape="1">
          <a:blip r:embed="rId2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fecha 3">
            <a:extLst>
              <a:ext uri="{FF2B5EF4-FFF2-40B4-BE49-F238E27FC236}">
                <a16:creationId xmlns="" xmlns:a16="http://schemas.microsoft.com/office/drawing/2014/main" id="{406B404F-E77F-8733-93AF-FA175D7BA9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</p:spPr>
        <p:txBody>
          <a:bodyPr/>
          <a:lstStyle>
            <a:lvl1pPr>
              <a:defRPr>
                <a:latin typeface="Noto Sans Medium" panose="020B0502040504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</a:lstStyle>
          <a:p>
            <a:fld id="{62B8DF0E-90BF-EC4E-8934-156187A1162F}" type="datetimeFigureOut">
              <a:rPr lang="es-MX" smtClean="0"/>
              <a:pPr/>
              <a:t>28/08/2026</a:t>
            </a:fld>
            <a:endParaRPr lang="es-MX" dirty="0"/>
          </a:p>
        </p:txBody>
      </p:sp>
      <p:sp>
        <p:nvSpPr>
          <p:cNvPr id="13" name="Marcador de pie de página 4">
            <a:extLst>
              <a:ext uri="{FF2B5EF4-FFF2-40B4-BE49-F238E27FC236}">
                <a16:creationId xmlns="" xmlns:a16="http://schemas.microsoft.com/office/drawing/2014/main" id="{69EB8667-10C4-492C-B408-C1C193C77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</p:spPr>
        <p:txBody>
          <a:bodyPr/>
          <a:lstStyle>
            <a:lvl1pPr>
              <a:defRPr>
                <a:latin typeface="Noto Sans Medium" panose="020B0502040504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</a:lstStyle>
          <a:p>
            <a:endParaRPr lang="es-MX" dirty="0"/>
          </a:p>
        </p:txBody>
      </p:sp>
      <p:sp>
        <p:nvSpPr>
          <p:cNvPr id="14" name="Marcador de número de diapositiva 5">
            <a:extLst>
              <a:ext uri="{FF2B5EF4-FFF2-40B4-BE49-F238E27FC236}">
                <a16:creationId xmlns="" xmlns:a16="http://schemas.microsoft.com/office/drawing/2014/main" id="{2A69FD4B-4B1B-05A0-91F6-1CD6A4DC4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365125"/>
          </a:xfrm>
        </p:spPr>
        <p:txBody>
          <a:bodyPr/>
          <a:lstStyle>
            <a:lvl1pPr>
              <a:defRPr>
                <a:latin typeface="Noto Sans Medium" panose="020B0502040504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</a:lstStyle>
          <a:p>
            <a:fld id="{C119739B-ACC7-1A4E-906B-A9546BA1AB75}" type="slidenum">
              <a:rPr lang="es-MX" smtClean="0"/>
              <a:pPr/>
              <a:t>‹Nº›</a:t>
            </a:fld>
            <a:endParaRPr lang="es-MX" dirty="0"/>
          </a:p>
        </p:txBody>
      </p:sp>
      <p:sp>
        <p:nvSpPr>
          <p:cNvPr id="17" name="Título 1">
            <a:extLst>
              <a:ext uri="{FF2B5EF4-FFF2-40B4-BE49-F238E27FC236}">
                <a16:creationId xmlns="" xmlns:a16="http://schemas.microsoft.com/office/drawing/2014/main" id="{FFE5E6E7-68E4-D97D-00E8-E6CD0CD7C0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4781" y="251901"/>
            <a:ext cx="7211352" cy="884717"/>
          </a:xfrm>
          <a:prstGeom prst="rect">
            <a:avLst/>
          </a:prstGeom>
          <a:noFill/>
        </p:spPr>
        <p:txBody>
          <a:bodyPr/>
          <a:lstStyle>
            <a:lvl1pPr algn="l">
              <a:defRPr sz="4000" b="1" i="0">
                <a:solidFill>
                  <a:srgbClr val="1C3C1E"/>
                </a:solidFill>
                <a:latin typeface="Noto Sans SemiBold" panose="020B0502040504020204" pitchFamily="34" charset="0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s-ES" dirty="0"/>
              <a:t>Título Noto Sans</a:t>
            </a:r>
            <a:endParaRPr lang="es-MX" dirty="0"/>
          </a:p>
        </p:txBody>
      </p:sp>
      <p:grpSp>
        <p:nvGrpSpPr>
          <p:cNvPr id="19" name="Grupo 18"/>
          <p:cNvGrpSpPr/>
          <p:nvPr userDrawn="1"/>
        </p:nvGrpSpPr>
        <p:grpSpPr>
          <a:xfrm>
            <a:off x="8010586" y="90831"/>
            <a:ext cx="4293761" cy="437868"/>
            <a:chOff x="8073109" y="231170"/>
            <a:chExt cx="4293761" cy="437868"/>
          </a:xfrm>
        </p:grpSpPr>
        <p:grpSp>
          <p:nvGrpSpPr>
            <p:cNvPr id="20" name="Grupo 19">
              <a:extLst>
                <a:ext uri="{FF2B5EF4-FFF2-40B4-BE49-F238E27FC236}">
                  <a16:creationId xmlns="" xmlns:a16="http://schemas.microsoft.com/office/drawing/2014/main" id="{DF189560-36BF-2FF5-DFCF-1D612BD4CCD6}"/>
                </a:ext>
              </a:extLst>
            </p:cNvPr>
            <p:cNvGrpSpPr/>
            <p:nvPr userDrawn="1"/>
          </p:nvGrpSpPr>
          <p:grpSpPr>
            <a:xfrm>
              <a:off x="8073109" y="282827"/>
              <a:ext cx="4293761" cy="369332"/>
              <a:chOff x="7974253" y="200447"/>
              <a:chExt cx="4293761" cy="369332"/>
            </a:xfrm>
          </p:grpSpPr>
          <p:pic>
            <p:nvPicPr>
              <p:cNvPr id="24" name="Picture 4">
                <a:extLst>
                  <a:ext uri="{FF2B5EF4-FFF2-40B4-BE49-F238E27FC236}">
                    <a16:creationId xmlns="" xmlns:a16="http://schemas.microsoft.com/office/drawing/2014/main" id="{7C2721A3-7AFA-8D7B-F177-EBADE6A0134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74253" y="227385"/>
                <a:ext cx="1525264" cy="33141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5" name="CuadroTexto 24">
                <a:extLst>
                  <a:ext uri="{FF2B5EF4-FFF2-40B4-BE49-F238E27FC236}">
                    <a16:creationId xmlns="" xmlns:a16="http://schemas.microsoft.com/office/drawing/2014/main" id="{7B198822-2B9C-7771-ED1A-18AB10C3BADA}"/>
                  </a:ext>
                </a:extLst>
              </p:cNvPr>
              <p:cNvSpPr txBox="1"/>
              <p:nvPr userDrawn="1"/>
            </p:nvSpPr>
            <p:spPr>
              <a:xfrm>
                <a:off x="10554791" y="200447"/>
                <a:ext cx="17132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Unidad de Bienestar </a:t>
                </a:r>
              </a:p>
              <a:p>
                <a:pPr algn="ctr"/>
                <a:r>
                  <a:rPr lang="es-MX" sz="900" dirty="0">
                    <a:solidFill>
                      <a:srgbClr val="621333"/>
                    </a:solidFill>
                    <a:latin typeface="Patria" pitchFamily="50" charset="0"/>
                  </a:rPr>
                  <a:t>para el Campo</a:t>
                </a:r>
              </a:p>
            </p:txBody>
          </p:sp>
        </p:grpSp>
        <p:pic>
          <p:nvPicPr>
            <p:cNvPr id="21" name="Imagen 20">
              <a:extLst>
                <a:ext uri="{FF2B5EF4-FFF2-40B4-BE49-F238E27FC236}">
                  <a16:creationId xmlns="" xmlns:a16="http://schemas.microsoft.com/office/drawing/2014/main" id="{FB048FFE-1C24-1234-48FC-BEED936571C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742"/>
            <a:stretch/>
          </p:blipFill>
          <p:spPr>
            <a:xfrm>
              <a:off x="9643492" y="264718"/>
              <a:ext cx="1247224" cy="404320"/>
            </a:xfrm>
            <a:prstGeom prst="rect">
              <a:avLst/>
            </a:prstGeom>
          </p:spPr>
        </p:pic>
        <p:pic>
          <p:nvPicPr>
            <p:cNvPr id="22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9598373" y="231170"/>
              <a:ext cx="131782" cy="378751"/>
            </a:xfrm>
            <a:prstGeom prst="rect">
              <a:avLst/>
            </a:prstGeom>
          </p:spPr>
        </p:pic>
        <p:pic>
          <p:nvPicPr>
            <p:cNvPr id="23" name="Gráfico 2">
              <a:extLst>
                <a:ext uri="{FF2B5EF4-FFF2-40B4-BE49-F238E27FC236}">
                  <a16:creationId xmlns="" xmlns:a16="http://schemas.microsoft.com/office/drawing/2014/main" id="{CFB569F2-D0AD-703F-32AF-36457F140EE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819683" y="236271"/>
              <a:ext cx="131782" cy="378751"/>
            </a:xfrm>
            <a:prstGeom prst="rect">
              <a:avLst/>
            </a:prstGeom>
          </p:spPr>
        </p:pic>
      </p:grpSp>
      <p:pic>
        <p:nvPicPr>
          <p:cNvPr id="2" name="Imagen 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744" y="0"/>
            <a:ext cx="260427" cy="1319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8934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0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fecha 3">
            <a:extLst>
              <a:ext uri="{FF2B5EF4-FFF2-40B4-BE49-F238E27FC236}">
                <a16:creationId xmlns="" xmlns:a16="http://schemas.microsoft.com/office/drawing/2014/main" id="{1A6CB96C-1C06-3B44-8615-D726F4477E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B8DF0E-90BF-EC4E-8934-156187A1162F}" type="datetimeFigureOut">
              <a:rPr lang="es-MX" smtClean="0"/>
              <a:t>28/08/2026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="" xmlns:a16="http://schemas.microsoft.com/office/drawing/2014/main" id="{113D1A4B-ADA7-7043-82FA-F7032EB177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="" xmlns:a16="http://schemas.microsoft.com/office/drawing/2014/main" id="{6802CF53-648D-B74F-A473-B4CC8BB23A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9739B-ACC7-1A4E-906B-A9546BA1AB7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28472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0" r:id="rId2"/>
    <p:sldLayoutId id="2147483652" r:id="rId3"/>
    <p:sldLayoutId id="2147483676" r:id="rId4"/>
    <p:sldLayoutId id="2147483677" r:id="rId5"/>
    <p:sldLayoutId id="2147483678" r:id="rId6"/>
    <p:sldLayoutId id="2147483664" r:id="rId7"/>
    <p:sldLayoutId id="2147483650" r:id="rId8"/>
    <p:sldLayoutId id="2147483666" r:id="rId9"/>
    <p:sldLayoutId id="2147483667" r:id="rId10"/>
    <p:sldLayoutId id="2147483668" r:id="rId11"/>
    <p:sldLayoutId id="2147483663" r:id="rId12"/>
    <p:sldLayoutId id="2147483674" r:id="rId13"/>
    <p:sldLayoutId id="2147483653" r:id="rId14"/>
    <p:sldLayoutId id="2147483656" r:id="rId15"/>
    <p:sldLayoutId id="2147483673" r:id="rId16"/>
    <p:sldLayoutId id="2147483675" r:id="rId17"/>
    <p:sldLayoutId id="2147483679" r:id="rId18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10071</TotalTime>
  <Words>0</Words>
  <Application>Microsoft Office PowerPoint</Application>
  <PresentationFormat>Panorámica</PresentationFormat>
  <Paragraphs>0</Paragraphs>
  <Slides>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0</vt:i4>
      </vt:variant>
    </vt:vector>
  </HeadingPairs>
  <TitlesOfParts>
    <vt:vector size="8" baseType="lpstr">
      <vt:lpstr>Arial</vt:lpstr>
      <vt:lpstr>Patria</vt:lpstr>
      <vt:lpstr>Noto Sans SemiBold</vt:lpstr>
      <vt:lpstr>Noto Sans</vt:lpstr>
      <vt:lpstr>Noto Sans Medium</vt:lpstr>
      <vt:lpstr>Calibri</vt:lpstr>
      <vt:lpstr>Montserrat SemiBold</vt:lpstr>
      <vt:lpstr>Tema de Office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Microsoft Office User</dc:creator>
  <cp:lastModifiedBy>Alexis Hernandez Herrera</cp:lastModifiedBy>
  <cp:revision>247</cp:revision>
  <cp:lastPrinted>2026-02-16T23:58:33Z</cp:lastPrinted>
  <dcterms:created xsi:type="dcterms:W3CDTF">2018-12-04T03:27:02Z</dcterms:created>
  <dcterms:modified xsi:type="dcterms:W3CDTF">2026-08-28T19:17:22Z</dcterms:modified>
</cp:coreProperties>
</file>